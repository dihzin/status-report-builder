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275" r:id="rId6"/>
    <p:sldId id="258" r:id="rId7"/>
    <p:sldId id="276" r:id="rId8"/>
    <p:sldId id="27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075"/>
    <a:srgbClr val="FE5716"/>
    <a:srgbClr val="0693E3"/>
    <a:srgbClr val="6B6B6B"/>
    <a:srgbClr val="D4E2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311E30-74FE-41F8-B3EA-5BCF65B06465}" v="54" dt="2026-05-26T13:25:06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ogo Tadeu Rauber" userId="S::diogo.rauber@stratesys-ts.com::ee5f0733-e851-42ad-b0b3-b0949661d048" providerId="AD" clId="Web-{1E7443A3-3DC3-B599-23BA-A045E93AA82D}"/>
    <pc:docChg chg="modSld">
      <pc:chgData name="Diogo Tadeu Rauber" userId="S::diogo.rauber@stratesys-ts.com::ee5f0733-e851-42ad-b0b3-b0949661d048" providerId="AD" clId="Web-{1E7443A3-3DC3-B599-23BA-A045E93AA82D}" dt="2026-05-13T21:36:12.597" v="159" actId="20577"/>
      <pc:docMkLst>
        <pc:docMk/>
      </pc:docMkLst>
    </pc:docChg>
  </pc:docChgLst>
  <pc:docChgLst>
    <pc:chgData name="Dirceu Ribeiro do Amaral" userId="2ef320ed-caf9-4d73-9389-cc96f80e76da" providerId="ADAL" clId="{09B8093B-A3CA-4308-8D7F-2C5894AD656C}"/>
    <pc:docChg chg="modSld sldOrd">
      <pc:chgData name="Dirceu Ribeiro do Amaral" userId="2ef320ed-caf9-4d73-9389-cc96f80e76da" providerId="ADAL" clId="{09B8093B-A3CA-4308-8D7F-2C5894AD656C}" dt="2026-05-18T11:10:07.880" v="3"/>
      <pc:docMkLst>
        <pc:docMk/>
      </pc:docMkLst>
      <pc:sldChg chg="ord">
        <pc:chgData name="Dirceu Ribeiro do Amaral" userId="2ef320ed-caf9-4d73-9389-cc96f80e76da" providerId="ADAL" clId="{09B8093B-A3CA-4308-8D7F-2C5894AD656C}" dt="2026-05-18T11:10:00.735" v="1"/>
        <pc:sldMkLst>
          <pc:docMk/>
          <pc:sldMk cId="0" sldId="258"/>
        </pc:sldMkLst>
      </pc:sldChg>
      <pc:sldChg chg="ord">
        <pc:chgData name="Dirceu Ribeiro do Amaral" userId="2ef320ed-caf9-4d73-9389-cc96f80e76da" providerId="ADAL" clId="{09B8093B-A3CA-4308-8D7F-2C5894AD656C}" dt="2026-05-18T11:10:07.880" v="3"/>
        <pc:sldMkLst>
          <pc:docMk/>
          <pc:sldMk cId="0" sldId="276"/>
        </pc:sldMkLst>
      </pc:sldChg>
    </pc:docChg>
  </pc:docChgLst>
  <pc:docChgLst>
    <pc:chgData name="Diogo Tadeu Rauber" userId="S::diogo.rauber@stratesys-ts.com::ee5f0733-e851-42ad-b0b3-b0949661d048" providerId="AD" clId="Web-{C5C32EAB-89D4-426C-9B33-332320E71FAD}"/>
    <pc:docChg chg="modSld">
      <pc:chgData name="Diogo Tadeu Rauber" userId="S::diogo.rauber@stratesys-ts.com::ee5f0733-e851-42ad-b0b3-b0949661d048" providerId="AD" clId="Web-{C5C32EAB-89D4-426C-9B33-332320E71FAD}" dt="2026-05-13T21:25:14.884" v="4" actId="14100"/>
      <pc:docMkLst>
        <pc:docMk/>
      </pc:docMkLst>
    </pc:docChg>
  </pc:docChgLst>
  <pc:docChgLst>
    <pc:chgData name="Renata Pedroso Borrego Vilar" userId="8d0dd512-2f54-4583-94e5-339ad4aa25d2" providerId="ADAL" clId="{FE734AF4-1744-48D8-BE13-3C860CFB519E}"/>
    <pc:docChg chg="modSld">
      <pc:chgData name="Renata Pedroso Borrego Vilar" userId="8d0dd512-2f54-4583-94e5-339ad4aa25d2" providerId="ADAL" clId="{FE734AF4-1744-48D8-BE13-3C860CFB519E}" dt="2026-05-12T12:18:00.078" v="0" actId="1076"/>
      <pc:docMkLst>
        <pc:docMk/>
      </pc:docMkLst>
    </pc:docChg>
  </pc:docChgLst>
  <pc:docChgLst>
    <pc:chgData name="Rodrigo Lopes Salvatte" userId="0867ba0d-09e8-4e41-8bd5-920045fe3fdc" providerId="ADAL" clId="{6F0C8EEA-ADBB-41EB-8699-1B190CD427D8}"/>
    <pc:docChg chg="undo redo custSel addSld delSld modSld sldOrd">
      <pc:chgData name="Rodrigo Lopes Salvatte" userId="0867ba0d-09e8-4e41-8bd5-920045fe3fdc" providerId="ADAL" clId="{6F0C8EEA-ADBB-41EB-8699-1B190CD427D8}" dt="2026-05-26T13:25:09.713" v="5169" actId="207"/>
      <pc:docMkLst>
        <pc:docMk/>
      </pc:docMkLst>
      <pc:sldChg chg="modSp mod">
        <pc:chgData name="Rodrigo Lopes Salvatte" userId="0867ba0d-09e8-4e41-8bd5-920045fe3fdc" providerId="ADAL" clId="{6F0C8EEA-ADBB-41EB-8699-1B190CD427D8}" dt="2026-05-22T11:51:42.066" v="5164" actId="1038"/>
        <pc:sldMkLst>
          <pc:docMk/>
          <pc:sldMk cId="0" sldId="256"/>
        </pc:sldMkLst>
        <pc:spChg chg="mod">
          <ac:chgData name="Rodrigo Lopes Salvatte" userId="0867ba0d-09e8-4e41-8bd5-920045fe3fdc" providerId="ADAL" clId="{6F0C8EEA-ADBB-41EB-8699-1B190CD427D8}" dt="2026-05-16T18:06:02.523" v="3762" actId="6549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7:53:28.929" v="3467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22T10:47:17.958" v="4224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8:06:16.289" v="3768" actId="6549"/>
          <ac:spMkLst>
            <pc:docMk/>
            <pc:sldMk cId="0" sldId="256"/>
            <ac:spMk id="15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22T11:51:42.066" v="5164" actId="1038"/>
          <ac:spMkLst>
            <pc:docMk/>
            <pc:sldMk cId="0" sldId="256"/>
            <ac:spMk id="17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7:53:16.869" v="3465" actId="6549"/>
          <ac:spMkLst>
            <pc:docMk/>
            <pc:sldMk cId="0" sldId="256"/>
            <ac:spMk id="21" creationId="{00000000-0000-0000-0000-000000000000}"/>
          </ac:spMkLst>
        </pc:spChg>
      </pc:sldChg>
      <pc:sldChg chg="addSp delSp modSp add mod setBg modShow">
        <pc:chgData name="Rodrigo Lopes Salvatte" userId="0867ba0d-09e8-4e41-8bd5-920045fe3fdc" providerId="ADAL" clId="{6F0C8EEA-ADBB-41EB-8699-1B190CD427D8}" dt="2026-05-22T11:51:05.342" v="5129" actId="1036"/>
        <pc:sldMkLst>
          <pc:docMk/>
          <pc:sldMk cId="0" sldId="258"/>
        </pc:sldMkLst>
        <pc:spChg chg="add mod">
          <ac:chgData name="Rodrigo Lopes Salvatte" userId="0867ba0d-09e8-4e41-8bd5-920045fe3fdc" providerId="ADAL" clId="{6F0C8EEA-ADBB-41EB-8699-1B190CD427D8}" dt="2026-05-18T11:05:16.392" v="4180" actId="1076"/>
          <ac:spMkLst>
            <pc:docMk/>
            <pc:sldMk cId="0" sldId="258"/>
            <ac:spMk id="3" creationId="{34B01705-C174-2D38-A349-783CE86D308F}"/>
          </ac:spMkLst>
        </pc:spChg>
        <pc:spChg chg="mod">
          <ac:chgData name="Rodrigo Lopes Salvatte" userId="0867ba0d-09e8-4e41-8bd5-920045fe3fdc" providerId="ADAL" clId="{6F0C8EEA-ADBB-41EB-8699-1B190CD427D8}" dt="2026-05-15T20:04:32.203" v="2577" actId="1035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5T20:04:32.203" v="2577" actId="1035"/>
          <ac:spMkLst>
            <pc:docMk/>
            <pc:sldMk cId="0" sldId="258"/>
            <ac:spMk id="5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5T20:04:32.203" v="2577" actId="1035"/>
          <ac:spMkLst>
            <pc:docMk/>
            <pc:sldMk cId="0" sldId="258"/>
            <ac:spMk id="6" creationId="{00000000-0000-0000-0000-000000000000}"/>
          </ac:spMkLst>
        </pc:spChg>
        <pc:spChg chg="add mod topLvl">
          <ac:chgData name="Rodrigo Lopes Salvatte" userId="0867ba0d-09e8-4e41-8bd5-920045fe3fdc" providerId="ADAL" clId="{6F0C8EEA-ADBB-41EB-8699-1B190CD427D8}" dt="2026-05-22T11:04:27.762" v="4566" actId="165"/>
          <ac:spMkLst>
            <pc:docMk/>
            <pc:sldMk cId="0" sldId="258"/>
            <ac:spMk id="7" creationId="{332FD9E8-D576-25D3-4690-FA86F8F5677B}"/>
          </ac:spMkLst>
        </pc:spChg>
        <pc:spChg chg="add mod ord topLvl">
          <ac:chgData name="Rodrigo Lopes Salvatte" userId="0867ba0d-09e8-4e41-8bd5-920045fe3fdc" providerId="ADAL" clId="{6F0C8EEA-ADBB-41EB-8699-1B190CD427D8}" dt="2026-05-22T11:04:27.762" v="4566" actId="165"/>
          <ac:spMkLst>
            <pc:docMk/>
            <pc:sldMk cId="0" sldId="258"/>
            <ac:spMk id="9" creationId="{D3A2D1ED-2749-706D-3AA0-7C8E996C3E8B}"/>
          </ac:spMkLst>
        </pc:spChg>
        <pc:spChg chg="add mod topLvl">
          <ac:chgData name="Rodrigo Lopes Salvatte" userId="0867ba0d-09e8-4e41-8bd5-920045fe3fdc" providerId="ADAL" clId="{6F0C8EEA-ADBB-41EB-8699-1B190CD427D8}" dt="2026-05-22T10:48:23.047" v="4248" actId="20577"/>
          <ac:spMkLst>
            <pc:docMk/>
            <pc:sldMk cId="0" sldId="258"/>
            <ac:spMk id="11" creationId="{D0AE8953-6F57-C7B0-D1C9-9BA9A351A789}"/>
          </ac:spMkLst>
        </pc:spChg>
        <pc:spChg chg="mod">
          <ac:chgData name="Rodrigo Lopes Salvatte" userId="0867ba0d-09e8-4e41-8bd5-920045fe3fdc" providerId="ADAL" clId="{6F0C8EEA-ADBB-41EB-8699-1B190CD427D8}" dt="2026-05-16T18:12:26.429" v="3817" actId="1038"/>
          <ac:spMkLst>
            <pc:docMk/>
            <pc:sldMk cId="0" sldId="258"/>
            <ac:spMk id="14" creationId="{B52A9001-2601-E7BD-9ABE-BB27B641266B}"/>
          </ac:spMkLst>
        </pc:spChg>
        <pc:spChg chg="mod">
          <ac:chgData name="Rodrigo Lopes Salvatte" userId="0867ba0d-09e8-4e41-8bd5-920045fe3fdc" providerId="ADAL" clId="{6F0C8EEA-ADBB-41EB-8699-1B190CD427D8}" dt="2026-05-22T11:04:58.147" v="4569" actId="14100"/>
          <ac:spMkLst>
            <pc:docMk/>
            <pc:sldMk cId="0" sldId="258"/>
            <ac:spMk id="15" creationId="{9C766580-195D-F004-6BAE-0445F8FFB5CD}"/>
          </ac:spMkLst>
        </pc:spChg>
        <pc:spChg chg="mod">
          <ac:chgData name="Rodrigo Lopes Salvatte" userId="0867ba0d-09e8-4e41-8bd5-920045fe3fdc" providerId="ADAL" clId="{6F0C8EEA-ADBB-41EB-8699-1B190CD427D8}" dt="2026-05-16T18:12:42.729" v="3822" actId="165"/>
          <ac:spMkLst>
            <pc:docMk/>
            <pc:sldMk cId="0" sldId="258"/>
            <ac:spMk id="16" creationId="{4800C3B9-53F3-A584-1F5C-4926BD69D719}"/>
          </ac:spMkLst>
        </pc:spChg>
        <pc:spChg chg="add mod topLvl">
          <ac:chgData name="Rodrigo Lopes Salvatte" userId="0867ba0d-09e8-4e41-8bd5-920045fe3fdc" providerId="ADAL" clId="{6F0C8EEA-ADBB-41EB-8699-1B190CD427D8}" dt="2026-05-22T10:48:27.030" v="4250" actId="20577"/>
          <ac:spMkLst>
            <pc:docMk/>
            <pc:sldMk cId="0" sldId="258"/>
            <ac:spMk id="17" creationId="{9D214627-CEED-75D8-F3D6-1B5606ED141F}"/>
          </ac:spMkLst>
        </pc:spChg>
        <pc:spChg chg="add mod topLvl">
          <ac:chgData name="Rodrigo Lopes Salvatte" userId="0867ba0d-09e8-4e41-8bd5-920045fe3fdc" providerId="ADAL" clId="{6F0C8EEA-ADBB-41EB-8699-1B190CD427D8}" dt="2026-05-22T10:48:30.210" v="4254" actId="20577"/>
          <ac:spMkLst>
            <pc:docMk/>
            <pc:sldMk cId="0" sldId="258"/>
            <ac:spMk id="18" creationId="{E3DC721C-E0A4-4951-4439-BCB0326AA52D}"/>
          </ac:spMkLst>
        </pc:spChg>
        <pc:spChg chg="add mod">
          <ac:chgData name="Rodrigo Lopes Salvatte" userId="0867ba0d-09e8-4e41-8bd5-920045fe3fdc" providerId="ADAL" clId="{6F0C8EEA-ADBB-41EB-8699-1B190CD427D8}" dt="2026-05-22T10:48:38.711" v="4256" actId="207"/>
          <ac:spMkLst>
            <pc:docMk/>
            <pc:sldMk cId="0" sldId="258"/>
            <ac:spMk id="24" creationId="{592262EC-C496-4296-5198-C3F772F054FD}"/>
          </ac:spMkLst>
        </pc:spChg>
        <pc:spChg chg="mod">
          <ac:chgData name="Rodrigo Lopes Salvatte" userId="0867ba0d-09e8-4e41-8bd5-920045fe3fdc" providerId="ADAL" clId="{6F0C8EEA-ADBB-41EB-8699-1B190CD427D8}" dt="2026-05-16T17:53:08.638" v="3464" actId="20577"/>
          <ac:spMkLst>
            <pc:docMk/>
            <pc:sldMk cId="0" sldId="258"/>
            <ac:spMk id="28" creationId="{00000000-0000-0000-0000-000000000000}"/>
          </ac:spMkLst>
        </pc:spChg>
        <pc:spChg chg="add mod">
          <ac:chgData name="Rodrigo Lopes Salvatte" userId="0867ba0d-09e8-4e41-8bd5-920045fe3fdc" providerId="ADAL" clId="{6F0C8EEA-ADBB-41EB-8699-1B190CD427D8}" dt="2026-05-16T17:33:18.637" v="2919" actId="12789"/>
          <ac:spMkLst>
            <pc:docMk/>
            <pc:sldMk cId="0" sldId="258"/>
            <ac:spMk id="29" creationId="{7B27A4B1-DD08-CCF0-3497-CCB4F346A03C}"/>
          </ac:spMkLst>
        </pc:spChg>
        <pc:spChg chg="add mod topLvl">
          <ac:chgData name="Rodrigo Lopes Salvatte" userId="0867ba0d-09e8-4e41-8bd5-920045fe3fdc" providerId="ADAL" clId="{6F0C8EEA-ADBB-41EB-8699-1B190CD427D8}" dt="2026-05-16T18:12:42.729" v="3822" actId="165"/>
          <ac:spMkLst>
            <pc:docMk/>
            <pc:sldMk cId="0" sldId="258"/>
            <ac:spMk id="30" creationId="{C2C0D962-FF21-B23B-797B-27049D8DC7FF}"/>
          </ac:spMkLst>
        </pc:spChg>
        <pc:spChg chg="add mod">
          <ac:chgData name="Rodrigo Lopes Salvatte" userId="0867ba0d-09e8-4e41-8bd5-920045fe3fdc" providerId="ADAL" clId="{6F0C8EEA-ADBB-41EB-8699-1B190CD427D8}" dt="2026-05-16T18:13:08.900" v="3881" actId="1038"/>
          <ac:spMkLst>
            <pc:docMk/>
            <pc:sldMk cId="0" sldId="258"/>
            <ac:spMk id="31" creationId="{72D88DF4-28A3-B73C-B8AB-5B46039E1832}"/>
          </ac:spMkLst>
        </pc:spChg>
        <pc:spChg chg="add mod">
          <ac:chgData name="Rodrigo Lopes Salvatte" userId="0867ba0d-09e8-4e41-8bd5-920045fe3fdc" providerId="ADAL" clId="{6F0C8EEA-ADBB-41EB-8699-1B190CD427D8}" dt="2026-05-16T17:44:57.880" v="3293" actId="1076"/>
          <ac:spMkLst>
            <pc:docMk/>
            <pc:sldMk cId="0" sldId="258"/>
            <ac:spMk id="32" creationId="{27D63203-CDEE-0880-4072-9129BE556921}"/>
          </ac:spMkLst>
        </pc:spChg>
        <pc:spChg chg="add mod">
          <ac:chgData name="Rodrigo Lopes Salvatte" userId="0867ba0d-09e8-4e41-8bd5-920045fe3fdc" providerId="ADAL" clId="{6F0C8EEA-ADBB-41EB-8699-1B190CD427D8}" dt="2026-05-16T18:12:51.070" v="3843" actId="1038"/>
          <ac:spMkLst>
            <pc:docMk/>
            <pc:sldMk cId="0" sldId="258"/>
            <ac:spMk id="36" creationId="{95F9E1E6-FF77-BB39-A7C4-276A4BDDA8BE}"/>
          </ac:spMkLst>
        </pc:spChg>
        <pc:spChg chg="add mod">
          <ac:chgData name="Rodrigo Lopes Salvatte" userId="0867ba0d-09e8-4e41-8bd5-920045fe3fdc" providerId="ADAL" clId="{6F0C8EEA-ADBB-41EB-8699-1B190CD427D8}" dt="2026-05-16T18:12:15.199" v="3791" actId="1038"/>
          <ac:spMkLst>
            <pc:docMk/>
            <pc:sldMk cId="0" sldId="258"/>
            <ac:spMk id="37" creationId="{36446E67-8E77-3B2F-142C-986A6CCA1553}"/>
          </ac:spMkLst>
        </pc:spChg>
        <pc:spChg chg="add mod">
          <ac:chgData name="Rodrigo Lopes Salvatte" userId="0867ba0d-09e8-4e41-8bd5-920045fe3fdc" providerId="ADAL" clId="{6F0C8EEA-ADBB-41EB-8699-1B190CD427D8}" dt="2026-05-16T17:44:12.052" v="3279" actId="164"/>
          <ac:spMkLst>
            <pc:docMk/>
            <pc:sldMk cId="0" sldId="258"/>
            <ac:spMk id="38" creationId="{29236280-AD62-266C-02A5-A5F1E0638CF0}"/>
          </ac:spMkLst>
        </pc:spChg>
        <pc:spChg chg="add mod">
          <ac:chgData name="Rodrigo Lopes Salvatte" userId="0867ba0d-09e8-4e41-8bd5-920045fe3fdc" providerId="ADAL" clId="{6F0C8EEA-ADBB-41EB-8699-1B190CD427D8}" dt="2026-05-16T17:44:12.052" v="3279" actId="164"/>
          <ac:spMkLst>
            <pc:docMk/>
            <pc:sldMk cId="0" sldId="258"/>
            <ac:spMk id="39" creationId="{E82CC56D-5BF5-9807-BE8A-CFFDBB1891C2}"/>
          </ac:spMkLst>
        </pc:spChg>
        <pc:spChg chg="add mod">
          <ac:chgData name="Rodrigo Lopes Salvatte" userId="0867ba0d-09e8-4e41-8bd5-920045fe3fdc" providerId="ADAL" clId="{6F0C8EEA-ADBB-41EB-8699-1B190CD427D8}" dt="2026-05-16T17:44:12.052" v="3279" actId="164"/>
          <ac:spMkLst>
            <pc:docMk/>
            <pc:sldMk cId="0" sldId="258"/>
            <ac:spMk id="40" creationId="{895BC1DA-0B6B-CA83-FD59-7A1BC84865FE}"/>
          </ac:spMkLst>
        </pc:spChg>
        <pc:spChg chg="add mod topLvl">
          <ac:chgData name="Rodrigo Lopes Salvatte" userId="0867ba0d-09e8-4e41-8bd5-920045fe3fdc" providerId="ADAL" clId="{6F0C8EEA-ADBB-41EB-8699-1B190CD427D8}" dt="2026-05-16T18:12:42.729" v="3822" actId="165"/>
          <ac:spMkLst>
            <pc:docMk/>
            <pc:sldMk cId="0" sldId="258"/>
            <ac:spMk id="41" creationId="{995037D8-C9DC-E833-21B1-77ED99B940CC}"/>
          </ac:spMkLst>
        </pc:spChg>
        <pc:spChg chg="add mod">
          <ac:chgData name="Rodrigo Lopes Salvatte" userId="0867ba0d-09e8-4e41-8bd5-920045fe3fdc" providerId="ADAL" clId="{6F0C8EEA-ADBB-41EB-8699-1B190CD427D8}" dt="2026-05-16T17:43:42.114" v="3265" actId="1038"/>
          <ac:spMkLst>
            <pc:docMk/>
            <pc:sldMk cId="0" sldId="258"/>
            <ac:spMk id="42" creationId="{433A3215-F0EA-2158-539F-C38C44118118}"/>
          </ac:spMkLst>
        </pc:spChg>
        <pc:spChg chg="add mod topLvl">
          <ac:chgData name="Rodrigo Lopes Salvatte" userId="0867ba0d-09e8-4e41-8bd5-920045fe3fdc" providerId="ADAL" clId="{6F0C8EEA-ADBB-41EB-8699-1B190CD427D8}" dt="2026-05-22T11:04:48.303" v="4568" actId="14100"/>
          <ac:spMkLst>
            <pc:docMk/>
            <pc:sldMk cId="0" sldId="258"/>
            <ac:spMk id="43" creationId="{72908676-8198-B3AC-9A17-E437DC2ADD04}"/>
          </ac:spMkLst>
        </pc:spChg>
        <pc:spChg chg="add mod">
          <ac:chgData name="Rodrigo Lopes Salvatte" userId="0867ba0d-09e8-4e41-8bd5-920045fe3fdc" providerId="ADAL" clId="{6F0C8EEA-ADBB-41EB-8699-1B190CD427D8}" dt="2026-05-16T17:48:23.809" v="3339" actId="1036"/>
          <ac:spMkLst>
            <pc:docMk/>
            <pc:sldMk cId="0" sldId="258"/>
            <ac:spMk id="49" creationId="{BC55D436-EA14-DB2A-7240-A7A0DF1828CF}"/>
          </ac:spMkLst>
        </pc:spChg>
        <pc:spChg chg="add mod">
          <ac:chgData name="Rodrigo Lopes Salvatte" userId="0867ba0d-09e8-4e41-8bd5-920045fe3fdc" providerId="ADAL" clId="{6F0C8EEA-ADBB-41EB-8699-1B190CD427D8}" dt="2026-05-16T17:45:36.507" v="3296" actId="14100"/>
          <ac:spMkLst>
            <pc:docMk/>
            <pc:sldMk cId="0" sldId="258"/>
            <ac:spMk id="50" creationId="{F89212A2-A9A3-56DA-8D5A-2BD023BBFAE8}"/>
          </ac:spMkLst>
        </pc:spChg>
        <pc:spChg chg="add mod">
          <ac:chgData name="Rodrigo Lopes Salvatte" userId="0867ba0d-09e8-4e41-8bd5-920045fe3fdc" providerId="ADAL" clId="{6F0C8EEA-ADBB-41EB-8699-1B190CD427D8}" dt="2026-05-22T11:05:22.513" v="4570" actId="122"/>
          <ac:spMkLst>
            <pc:docMk/>
            <pc:sldMk cId="0" sldId="258"/>
            <ac:spMk id="51" creationId="{72D1E23F-C20F-EDFD-0D28-42DD1809F256}"/>
          </ac:spMkLst>
        </pc:spChg>
        <pc:spChg chg="add mod topLvl">
          <ac:chgData name="Rodrigo Lopes Salvatte" userId="0867ba0d-09e8-4e41-8bd5-920045fe3fdc" providerId="ADAL" clId="{6F0C8EEA-ADBB-41EB-8699-1B190CD427D8}" dt="2026-05-16T18:12:42.729" v="3822" actId="165"/>
          <ac:spMkLst>
            <pc:docMk/>
            <pc:sldMk cId="0" sldId="258"/>
            <ac:spMk id="58" creationId="{426F275B-E649-1357-4BE0-1755D50C1B51}"/>
          </ac:spMkLst>
        </pc:spChg>
        <pc:spChg chg="add mod">
          <ac:chgData name="Rodrigo Lopes Salvatte" userId="0867ba0d-09e8-4e41-8bd5-920045fe3fdc" providerId="ADAL" clId="{6F0C8EEA-ADBB-41EB-8699-1B190CD427D8}" dt="2026-05-16T17:43:50.946" v="3267" actId="12788"/>
          <ac:spMkLst>
            <pc:docMk/>
            <pc:sldMk cId="0" sldId="258"/>
            <ac:spMk id="59" creationId="{B698C4ED-135A-BB48-7FFB-DFBACDAFAB71}"/>
          </ac:spMkLst>
        </pc:spChg>
        <pc:spChg chg="add mod">
          <ac:chgData name="Rodrigo Lopes Salvatte" userId="0867ba0d-09e8-4e41-8bd5-920045fe3fdc" providerId="ADAL" clId="{6F0C8EEA-ADBB-41EB-8699-1B190CD427D8}" dt="2026-05-16T17:40:55.665" v="3210" actId="12789"/>
          <ac:spMkLst>
            <pc:docMk/>
            <pc:sldMk cId="0" sldId="258"/>
            <ac:spMk id="60" creationId="{C3A297D0-3613-16DB-8B95-D17CDE912762}"/>
          </ac:spMkLst>
        </pc:spChg>
        <pc:spChg chg="add mod">
          <ac:chgData name="Rodrigo Lopes Salvatte" userId="0867ba0d-09e8-4e41-8bd5-920045fe3fdc" providerId="ADAL" clId="{6F0C8EEA-ADBB-41EB-8699-1B190CD427D8}" dt="2026-05-16T17:54:07.233" v="3521" actId="1037"/>
          <ac:spMkLst>
            <pc:docMk/>
            <pc:sldMk cId="0" sldId="258"/>
            <ac:spMk id="69" creationId="{780CD278-7177-7DCD-9605-B45B7CAA39CB}"/>
          </ac:spMkLst>
        </pc:spChg>
        <pc:spChg chg="add mod">
          <ac:chgData name="Rodrigo Lopes Salvatte" userId="0867ba0d-09e8-4e41-8bd5-920045fe3fdc" providerId="ADAL" clId="{6F0C8EEA-ADBB-41EB-8699-1B190CD427D8}" dt="2026-05-16T17:54:04.369" v="3518" actId="1036"/>
          <ac:spMkLst>
            <pc:docMk/>
            <pc:sldMk cId="0" sldId="258"/>
            <ac:spMk id="70" creationId="{7B2A094B-B4E6-68D7-5944-58A569F58993}"/>
          </ac:spMkLst>
        </pc:spChg>
        <pc:spChg chg="add mod ord">
          <ac:chgData name="Rodrigo Lopes Salvatte" userId="0867ba0d-09e8-4e41-8bd5-920045fe3fdc" providerId="ADAL" clId="{6F0C8EEA-ADBB-41EB-8699-1B190CD427D8}" dt="2026-05-16T17:48:23.809" v="3339" actId="1036"/>
          <ac:spMkLst>
            <pc:docMk/>
            <pc:sldMk cId="0" sldId="258"/>
            <ac:spMk id="73" creationId="{5A10DFA6-F37A-3AA0-9084-C28B286835FB}"/>
          </ac:spMkLst>
        </pc:spChg>
        <pc:spChg chg="add mod ord">
          <ac:chgData name="Rodrigo Lopes Salvatte" userId="0867ba0d-09e8-4e41-8bd5-920045fe3fdc" providerId="ADAL" clId="{6F0C8EEA-ADBB-41EB-8699-1B190CD427D8}" dt="2026-05-16T17:45:16.414" v="3295" actId="167"/>
          <ac:spMkLst>
            <pc:docMk/>
            <pc:sldMk cId="0" sldId="258"/>
            <ac:spMk id="74" creationId="{15392E63-55B0-652C-BF0B-F4AD9F23C6E4}"/>
          </ac:spMkLst>
        </pc:spChg>
        <pc:spChg chg="add mod">
          <ac:chgData name="Rodrigo Lopes Salvatte" userId="0867ba0d-09e8-4e41-8bd5-920045fe3fdc" providerId="ADAL" clId="{6F0C8EEA-ADBB-41EB-8699-1B190CD427D8}" dt="2026-05-16T17:48:23.809" v="3339" actId="1036"/>
          <ac:spMkLst>
            <pc:docMk/>
            <pc:sldMk cId="0" sldId="258"/>
            <ac:spMk id="76" creationId="{77178DEE-5CD9-C17E-7509-3AF6265CB3C3}"/>
          </ac:spMkLst>
        </pc:spChg>
        <pc:spChg chg="add mod">
          <ac:chgData name="Rodrigo Lopes Salvatte" userId="0867ba0d-09e8-4e41-8bd5-920045fe3fdc" providerId="ADAL" clId="{6F0C8EEA-ADBB-41EB-8699-1B190CD427D8}" dt="2026-05-16T17:48:23.809" v="3339" actId="1036"/>
          <ac:spMkLst>
            <pc:docMk/>
            <pc:sldMk cId="0" sldId="258"/>
            <ac:spMk id="77" creationId="{3B2B2169-94A0-9A13-C491-D5252579515A}"/>
          </ac:spMkLst>
        </pc:spChg>
        <pc:spChg chg="add mod">
          <ac:chgData name="Rodrigo Lopes Salvatte" userId="0867ba0d-09e8-4e41-8bd5-920045fe3fdc" providerId="ADAL" clId="{6F0C8EEA-ADBB-41EB-8699-1B190CD427D8}" dt="2026-05-22T11:05:25.919" v="4571" actId="122"/>
          <ac:spMkLst>
            <pc:docMk/>
            <pc:sldMk cId="0" sldId="258"/>
            <ac:spMk id="78" creationId="{1FEC19E1-BD5F-06AA-89E8-08F0DCE226BE}"/>
          </ac:spMkLst>
        </pc:spChg>
        <pc:spChg chg="add mod">
          <ac:chgData name="Rodrigo Lopes Salvatte" userId="0867ba0d-09e8-4e41-8bd5-920045fe3fdc" providerId="ADAL" clId="{6F0C8EEA-ADBB-41EB-8699-1B190CD427D8}" dt="2026-05-16T17:48:23.809" v="3339" actId="1036"/>
          <ac:spMkLst>
            <pc:docMk/>
            <pc:sldMk cId="0" sldId="258"/>
            <ac:spMk id="79" creationId="{10B06A4D-7DF3-2312-901A-706CA0F91592}"/>
          </ac:spMkLst>
        </pc:spChg>
        <pc:spChg chg="add mod">
          <ac:chgData name="Rodrigo Lopes Salvatte" userId="0867ba0d-09e8-4e41-8bd5-920045fe3fdc" providerId="ADAL" clId="{6F0C8EEA-ADBB-41EB-8699-1B190CD427D8}" dt="2026-05-16T17:46:07.331" v="3301" actId="1076"/>
          <ac:spMkLst>
            <pc:docMk/>
            <pc:sldMk cId="0" sldId="258"/>
            <ac:spMk id="80" creationId="{2FE4053A-1B3D-3312-0818-D0EF7CADD6EC}"/>
          </ac:spMkLst>
        </pc:spChg>
        <pc:spChg chg="add mod">
          <ac:chgData name="Rodrigo Lopes Salvatte" userId="0867ba0d-09e8-4e41-8bd5-920045fe3fdc" providerId="ADAL" clId="{6F0C8EEA-ADBB-41EB-8699-1B190CD427D8}" dt="2026-05-22T11:05:29.445" v="4572" actId="122"/>
          <ac:spMkLst>
            <pc:docMk/>
            <pc:sldMk cId="0" sldId="258"/>
            <ac:spMk id="81" creationId="{8B9234AB-0674-4500-515B-65865A624963}"/>
          </ac:spMkLst>
        </pc:spChg>
        <pc:spChg chg="add mod">
          <ac:chgData name="Rodrigo Lopes Salvatte" userId="0867ba0d-09e8-4e41-8bd5-920045fe3fdc" providerId="ADAL" clId="{6F0C8EEA-ADBB-41EB-8699-1B190CD427D8}" dt="2026-05-16T18:50:39.671" v="4167" actId="1076"/>
          <ac:spMkLst>
            <pc:docMk/>
            <pc:sldMk cId="0" sldId="258"/>
            <ac:spMk id="84" creationId="{13F23119-D057-E680-12F4-DC205353A138}"/>
          </ac:spMkLst>
        </pc:spChg>
        <pc:spChg chg="add mod">
          <ac:chgData name="Rodrigo Lopes Salvatte" userId="0867ba0d-09e8-4e41-8bd5-920045fe3fdc" providerId="ADAL" clId="{6F0C8EEA-ADBB-41EB-8699-1B190CD427D8}" dt="2026-05-16T18:49:19.331" v="4159" actId="1036"/>
          <ac:spMkLst>
            <pc:docMk/>
            <pc:sldMk cId="0" sldId="258"/>
            <ac:spMk id="86" creationId="{C30DB7C4-9367-6E15-4127-79A6313BC8D2}"/>
          </ac:spMkLst>
        </pc:spChg>
        <pc:spChg chg="add mod">
          <ac:chgData name="Rodrigo Lopes Salvatte" userId="0867ba0d-09e8-4e41-8bd5-920045fe3fdc" providerId="ADAL" clId="{6F0C8EEA-ADBB-41EB-8699-1B190CD427D8}" dt="2026-05-16T17:50:54.548" v="3408" actId="14100"/>
          <ac:spMkLst>
            <pc:docMk/>
            <pc:sldMk cId="0" sldId="258"/>
            <ac:spMk id="88" creationId="{6107F7E0-7DB5-D538-D973-AAFDE58DE240}"/>
          </ac:spMkLst>
        </pc:spChg>
        <pc:spChg chg="add mod">
          <ac:chgData name="Rodrigo Lopes Salvatte" userId="0867ba0d-09e8-4e41-8bd5-920045fe3fdc" providerId="ADAL" clId="{6F0C8EEA-ADBB-41EB-8699-1B190CD427D8}" dt="2026-05-16T18:49:19.331" v="4159" actId="1036"/>
          <ac:spMkLst>
            <pc:docMk/>
            <pc:sldMk cId="0" sldId="258"/>
            <ac:spMk id="90" creationId="{E0517213-CA6F-EC3A-66DC-897382E0D8E8}"/>
          </ac:spMkLst>
        </pc:spChg>
        <pc:spChg chg="add mod">
          <ac:chgData name="Rodrigo Lopes Salvatte" userId="0867ba0d-09e8-4e41-8bd5-920045fe3fdc" providerId="ADAL" clId="{6F0C8EEA-ADBB-41EB-8699-1B190CD427D8}" dt="2026-05-16T17:50:54.548" v="3408" actId="14100"/>
          <ac:spMkLst>
            <pc:docMk/>
            <pc:sldMk cId="0" sldId="258"/>
            <ac:spMk id="92" creationId="{34B5D752-F3D9-795D-0ADC-A0C406C388A5}"/>
          </ac:spMkLst>
        </pc:spChg>
        <pc:spChg chg="add mod">
          <ac:chgData name="Rodrigo Lopes Salvatte" userId="0867ba0d-09e8-4e41-8bd5-920045fe3fdc" providerId="ADAL" clId="{6F0C8EEA-ADBB-41EB-8699-1B190CD427D8}" dt="2026-05-16T18:49:19.331" v="4159" actId="1036"/>
          <ac:spMkLst>
            <pc:docMk/>
            <pc:sldMk cId="0" sldId="258"/>
            <ac:spMk id="94" creationId="{C5ADB6AE-FDD8-B8D4-2147-EBD23D94C6E8}"/>
          </ac:spMkLst>
        </pc:spChg>
        <pc:spChg chg="add mod">
          <ac:chgData name="Rodrigo Lopes Salvatte" userId="0867ba0d-09e8-4e41-8bd5-920045fe3fdc" providerId="ADAL" clId="{6F0C8EEA-ADBB-41EB-8699-1B190CD427D8}" dt="2026-05-16T17:54:23.985" v="3523" actId="255"/>
          <ac:spMkLst>
            <pc:docMk/>
            <pc:sldMk cId="0" sldId="258"/>
            <ac:spMk id="96" creationId="{7A1C7B38-D3A1-FD43-5D99-4E1E9568A5CA}"/>
          </ac:spMkLst>
        </pc:spChg>
        <pc:spChg chg="add mod">
          <ac:chgData name="Rodrigo Lopes Salvatte" userId="0867ba0d-09e8-4e41-8bd5-920045fe3fdc" providerId="ADAL" clId="{6F0C8EEA-ADBB-41EB-8699-1B190CD427D8}" dt="2026-05-16T17:55:00.457" v="3608" actId="1037"/>
          <ac:spMkLst>
            <pc:docMk/>
            <pc:sldMk cId="0" sldId="258"/>
            <ac:spMk id="97" creationId="{ACDCD79F-246D-1D1B-5C51-3007CC98E511}"/>
          </ac:spMkLst>
        </pc:spChg>
        <pc:spChg chg="add mod">
          <ac:chgData name="Rodrigo Lopes Salvatte" userId="0867ba0d-09e8-4e41-8bd5-920045fe3fdc" providerId="ADAL" clId="{6F0C8EEA-ADBB-41EB-8699-1B190CD427D8}" dt="2026-05-16T17:54:52.943" v="3589" actId="1037"/>
          <ac:spMkLst>
            <pc:docMk/>
            <pc:sldMk cId="0" sldId="258"/>
            <ac:spMk id="98" creationId="{43C3D3B9-A03C-2AA5-5CD2-F27031CF419D}"/>
          </ac:spMkLst>
        </pc:spChg>
        <pc:spChg chg="add mod">
          <ac:chgData name="Rodrigo Lopes Salvatte" userId="0867ba0d-09e8-4e41-8bd5-920045fe3fdc" providerId="ADAL" clId="{6F0C8EEA-ADBB-41EB-8699-1B190CD427D8}" dt="2026-05-16T17:54:47.602" v="3573" actId="1037"/>
          <ac:spMkLst>
            <pc:docMk/>
            <pc:sldMk cId="0" sldId="258"/>
            <ac:spMk id="99" creationId="{CE15A589-776A-C1BE-0E8A-3A1624B609B7}"/>
          </ac:spMkLst>
        </pc:spChg>
        <pc:spChg chg="add mod">
          <ac:chgData name="Rodrigo Lopes Salvatte" userId="0867ba0d-09e8-4e41-8bd5-920045fe3fdc" providerId="ADAL" clId="{6F0C8EEA-ADBB-41EB-8699-1B190CD427D8}" dt="2026-05-16T17:54:56.555" v="3599" actId="1037"/>
          <ac:spMkLst>
            <pc:docMk/>
            <pc:sldMk cId="0" sldId="258"/>
            <ac:spMk id="100" creationId="{BD2AA573-D134-CE86-BF7E-D84455F79A2E}"/>
          </ac:spMkLst>
        </pc:spChg>
        <pc:spChg chg="add mod">
          <ac:chgData name="Rodrigo Lopes Salvatte" userId="0867ba0d-09e8-4e41-8bd5-920045fe3fdc" providerId="ADAL" clId="{6F0C8EEA-ADBB-41EB-8699-1B190CD427D8}" dt="2026-05-16T17:54:56.555" v="3599" actId="1037"/>
          <ac:spMkLst>
            <pc:docMk/>
            <pc:sldMk cId="0" sldId="258"/>
            <ac:spMk id="101" creationId="{1EDA4E4B-4326-22D7-7AB8-10415F28D7E7}"/>
          </ac:spMkLst>
        </pc:spChg>
        <pc:spChg chg="add mod">
          <ac:chgData name="Rodrigo Lopes Salvatte" userId="0867ba0d-09e8-4e41-8bd5-920045fe3fdc" providerId="ADAL" clId="{6F0C8EEA-ADBB-41EB-8699-1B190CD427D8}" dt="2026-05-16T17:54:52.943" v="3589" actId="1037"/>
          <ac:spMkLst>
            <pc:docMk/>
            <pc:sldMk cId="0" sldId="258"/>
            <ac:spMk id="102" creationId="{73CDD0E1-9EC9-F035-8D40-F5FDCA2040F4}"/>
          </ac:spMkLst>
        </pc:spChg>
        <pc:spChg chg="add mod">
          <ac:chgData name="Rodrigo Lopes Salvatte" userId="0867ba0d-09e8-4e41-8bd5-920045fe3fdc" providerId="ADAL" clId="{6F0C8EEA-ADBB-41EB-8699-1B190CD427D8}" dt="2026-05-16T17:55:00.457" v="3608" actId="1037"/>
          <ac:spMkLst>
            <pc:docMk/>
            <pc:sldMk cId="0" sldId="258"/>
            <ac:spMk id="103" creationId="{4051B2DB-5F0C-9B38-66F6-C1325E704D83}"/>
          </ac:spMkLst>
        </pc:spChg>
        <pc:grpChg chg="add mod">
          <ac:chgData name="Rodrigo Lopes Salvatte" userId="0867ba0d-09e8-4e41-8bd5-920045fe3fdc" providerId="ADAL" clId="{6F0C8EEA-ADBB-41EB-8699-1B190CD427D8}" dt="2026-05-16T18:13:17.732" v="3894" actId="1035"/>
          <ac:grpSpMkLst>
            <pc:docMk/>
            <pc:sldMk cId="0" sldId="258"/>
            <ac:grpSpMk id="13" creationId="{50BF9E44-BD9D-EEAB-1B14-5EC5B8E1A5BD}"/>
          </ac:grpSpMkLst>
        </pc:grpChg>
        <pc:graphicFrameChg chg="add mod modGraphic">
          <ac:chgData name="Rodrigo Lopes Salvatte" userId="0867ba0d-09e8-4e41-8bd5-920045fe3fdc" providerId="ADAL" clId="{6F0C8EEA-ADBB-41EB-8699-1B190CD427D8}" dt="2026-05-22T11:30:12.738" v="5126" actId="207"/>
          <ac:graphicFrameMkLst>
            <pc:docMk/>
            <pc:sldMk cId="0" sldId="258"/>
            <ac:graphicFrameMk id="20" creationId="{C6E01ED6-6667-ECAE-0A7C-8ED28F8394A4}"/>
          </ac:graphicFrameMkLst>
        </pc:graphicFrameChg>
        <pc:graphicFrameChg chg="add mod modGraphic">
          <ac:chgData name="Rodrigo Lopes Salvatte" userId="0867ba0d-09e8-4e41-8bd5-920045fe3fdc" providerId="ADAL" clId="{6F0C8EEA-ADBB-41EB-8699-1B190CD427D8}" dt="2026-05-22T11:32:32.227" v="5128" actId="6549"/>
          <ac:graphicFrameMkLst>
            <pc:docMk/>
            <pc:sldMk cId="0" sldId="258"/>
            <ac:graphicFrameMk id="35" creationId="{A59F6190-8A15-0F54-6555-23A6B9F875C0}"/>
          </ac:graphicFrameMkLst>
        </pc:graphicFrameChg>
        <pc:graphicFrameChg chg="add mod modGraphic">
          <ac:chgData name="Rodrigo Lopes Salvatte" userId="0867ba0d-09e8-4e41-8bd5-920045fe3fdc" providerId="ADAL" clId="{6F0C8EEA-ADBB-41EB-8699-1B190CD427D8}" dt="2026-05-22T11:29:52.558" v="5122" actId="207"/>
          <ac:graphicFrameMkLst>
            <pc:docMk/>
            <pc:sldMk cId="0" sldId="258"/>
            <ac:graphicFrameMk id="82" creationId="{2048A5BA-C143-5567-D4DD-C822F718943F}"/>
          </ac:graphicFrameMkLst>
        </pc:graphicFrameChg>
        <pc:graphicFrameChg chg="add mod modGraphic">
          <ac:chgData name="Rodrigo Lopes Salvatte" userId="0867ba0d-09e8-4e41-8bd5-920045fe3fdc" providerId="ADAL" clId="{6F0C8EEA-ADBB-41EB-8699-1B190CD427D8}" dt="2026-05-22T11:29:54.879" v="5123" actId="207"/>
          <ac:graphicFrameMkLst>
            <pc:docMk/>
            <pc:sldMk cId="0" sldId="258"/>
            <ac:graphicFrameMk id="83" creationId="{21F5F568-16E2-205D-B3EB-C34EE1A99C6E}"/>
          </ac:graphicFrameMkLst>
        </pc:graphicFrameChg>
        <pc:graphicFrameChg chg="add mod modGraphic">
          <ac:chgData name="Rodrigo Lopes Salvatte" userId="0867ba0d-09e8-4e41-8bd5-920045fe3fdc" providerId="ADAL" clId="{6F0C8EEA-ADBB-41EB-8699-1B190CD427D8}" dt="2026-05-22T11:30:10.432" v="5125" actId="207"/>
          <ac:graphicFrameMkLst>
            <pc:docMk/>
            <pc:sldMk cId="0" sldId="258"/>
            <ac:graphicFrameMk id="87" creationId="{085F4870-1FA1-A8E0-F416-0AD387C20029}"/>
          </ac:graphicFrameMkLst>
        </pc:graphicFrameChg>
        <pc:graphicFrameChg chg="add mod modGraphic">
          <ac:chgData name="Rodrigo Lopes Salvatte" userId="0867ba0d-09e8-4e41-8bd5-920045fe3fdc" providerId="ADAL" clId="{6F0C8EEA-ADBB-41EB-8699-1B190CD427D8}" dt="2026-05-22T11:30:15.772" v="5127" actId="207"/>
          <ac:graphicFrameMkLst>
            <pc:docMk/>
            <pc:sldMk cId="0" sldId="258"/>
            <ac:graphicFrameMk id="95" creationId="{C86DA0BA-5452-7B9B-1933-60020D23BED7}"/>
          </ac:graphicFrameMkLst>
        </pc:graphicFrameChg>
        <pc:picChg chg="add mod">
          <ac:chgData name="Rodrigo Lopes Salvatte" userId="0867ba0d-09e8-4e41-8bd5-920045fe3fdc" providerId="ADAL" clId="{6F0C8EEA-ADBB-41EB-8699-1B190CD427D8}" dt="2026-05-16T17:36:09.646" v="3115" actId="1035"/>
          <ac:picMkLst>
            <pc:docMk/>
            <pc:sldMk cId="0" sldId="258"/>
            <ac:picMk id="12" creationId="{F96D814A-899B-AD02-A81A-8B8AE104A83E}"/>
          </ac:picMkLst>
        </pc:picChg>
        <pc:picChg chg="add mod ord">
          <ac:chgData name="Rodrigo Lopes Salvatte" userId="0867ba0d-09e8-4e41-8bd5-920045fe3fdc" providerId="ADAL" clId="{6F0C8EEA-ADBB-41EB-8699-1B190CD427D8}" dt="2026-05-16T18:12:15.199" v="3791" actId="1038"/>
          <ac:picMkLst>
            <pc:docMk/>
            <pc:sldMk cId="0" sldId="258"/>
            <ac:picMk id="23" creationId="{C15903AD-C7D0-8880-7679-C10212BED2EC}"/>
          </ac:picMkLst>
        </pc:picChg>
        <pc:picChg chg="add mod">
          <ac:chgData name="Rodrigo Lopes Salvatte" userId="0867ba0d-09e8-4e41-8bd5-920045fe3fdc" providerId="ADAL" clId="{6F0C8EEA-ADBB-41EB-8699-1B190CD427D8}" dt="2026-05-16T17:47:05.571" v="3310" actId="1076"/>
          <ac:picMkLst>
            <pc:docMk/>
            <pc:sldMk cId="0" sldId="258"/>
            <ac:picMk id="64" creationId="{849D31B9-8A0D-0A1C-940E-57704ADBB7FD}"/>
          </ac:picMkLst>
        </pc:picChg>
        <pc:picChg chg="add mod">
          <ac:chgData name="Rodrigo Lopes Salvatte" userId="0867ba0d-09e8-4e41-8bd5-920045fe3fdc" providerId="ADAL" clId="{6F0C8EEA-ADBB-41EB-8699-1B190CD427D8}" dt="2026-05-16T17:47:23.975" v="3317" actId="1076"/>
          <ac:picMkLst>
            <pc:docMk/>
            <pc:sldMk cId="0" sldId="258"/>
            <ac:picMk id="68" creationId="{CE061706-1590-459F-7978-1BAEA176EF3A}"/>
          </ac:picMkLst>
        </pc:picChg>
        <pc:picChg chg="add mod">
          <ac:chgData name="Rodrigo Lopes Salvatte" userId="0867ba0d-09e8-4e41-8bd5-920045fe3fdc" providerId="ADAL" clId="{6F0C8EEA-ADBB-41EB-8699-1B190CD427D8}" dt="2026-05-16T17:47:52.289" v="3320" actId="1076"/>
          <ac:picMkLst>
            <pc:docMk/>
            <pc:sldMk cId="0" sldId="258"/>
            <ac:picMk id="72" creationId="{3C510141-3763-E3F7-D8AB-C8A43527D19C}"/>
          </ac:picMkLst>
        </pc:picChg>
        <pc:picChg chg="add mod">
          <ac:chgData name="Rodrigo Lopes Salvatte" userId="0867ba0d-09e8-4e41-8bd5-920045fe3fdc" providerId="ADAL" clId="{6F0C8EEA-ADBB-41EB-8699-1B190CD427D8}" dt="2026-05-16T18:50:44.281" v="4168" actId="1076"/>
          <ac:picMkLst>
            <pc:docMk/>
            <pc:sldMk cId="0" sldId="258"/>
            <ac:picMk id="85" creationId="{88CB9ED3-BA8F-6FF4-FCC2-49C4AB79E809}"/>
          </ac:picMkLst>
        </pc:picChg>
        <pc:picChg chg="add mod">
          <ac:chgData name="Rodrigo Lopes Salvatte" userId="0867ba0d-09e8-4e41-8bd5-920045fe3fdc" providerId="ADAL" clId="{6F0C8EEA-ADBB-41EB-8699-1B190CD427D8}" dt="2026-05-22T11:51:05.342" v="5129" actId="1036"/>
          <ac:picMkLst>
            <pc:docMk/>
            <pc:sldMk cId="0" sldId="258"/>
            <ac:picMk id="89" creationId="{F82A1F31-EB11-4FE5-49A0-4373AF1EE49F}"/>
          </ac:picMkLst>
        </pc:picChg>
        <pc:picChg chg="add mod">
          <ac:chgData name="Rodrigo Lopes Salvatte" userId="0867ba0d-09e8-4e41-8bd5-920045fe3fdc" providerId="ADAL" clId="{6F0C8EEA-ADBB-41EB-8699-1B190CD427D8}" dt="2026-05-16T18:50:59.297" v="4172" actId="1076"/>
          <ac:picMkLst>
            <pc:docMk/>
            <pc:sldMk cId="0" sldId="258"/>
            <ac:picMk id="93" creationId="{0EB40F56-DB54-0C92-A7DC-D65EBB20B444}"/>
          </ac:picMkLst>
        </pc:picChg>
        <pc:cxnChg chg="add mod">
          <ac:chgData name="Rodrigo Lopes Salvatte" userId="0867ba0d-09e8-4e41-8bd5-920045fe3fdc" providerId="ADAL" clId="{6F0C8EEA-ADBB-41EB-8699-1B190CD427D8}" dt="2026-05-16T18:13:12.265" v="3890" actId="1038"/>
          <ac:cxnSpMkLst>
            <pc:docMk/>
            <pc:sldMk cId="0" sldId="258"/>
            <ac:cxnSpMk id="34" creationId="{6BE31FAB-08A3-2446-9381-CA11E7074B62}"/>
          </ac:cxnSpMkLst>
        </pc:cxnChg>
        <pc:cxnChg chg="add mod">
          <ac:chgData name="Rodrigo Lopes Salvatte" userId="0867ba0d-09e8-4e41-8bd5-920045fe3fdc" providerId="ADAL" clId="{6F0C8EEA-ADBB-41EB-8699-1B190CD427D8}" dt="2026-05-16T18:12:55.410" v="3859" actId="1038"/>
          <ac:cxnSpMkLst>
            <pc:docMk/>
            <pc:sldMk cId="0" sldId="258"/>
            <ac:cxnSpMk id="52" creationId="{0E8AA898-5FBB-5986-2B62-A7BBE29FAF25}"/>
          </ac:cxnSpMkLst>
        </pc:cxnChg>
        <pc:cxnChg chg="add mod">
          <ac:chgData name="Rodrigo Lopes Salvatte" userId="0867ba0d-09e8-4e41-8bd5-920045fe3fdc" providerId="ADAL" clId="{6F0C8EEA-ADBB-41EB-8699-1B190CD427D8}" dt="2026-05-16T18:12:21.229" v="3801" actId="1038"/>
          <ac:cxnSpMkLst>
            <pc:docMk/>
            <pc:sldMk cId="0" sldId="258"/>
            <ac:cxnSpMk id="53" creationId="{03196037-8D37-2A86-83BD-C3381E23DE28}"/>
          </ac:cxnSpMkLst>
        </pc:cxnChg>
        <pc:cxnChg chg="add mod">
          <ac:chgData name="Rodrigo Lopes Salvatte" userId="0867ba0d-09e8-4e41-8bd5-920045fe3fdc" providerId="ADAL" clId="{6F0C8EEA-ADBB-41EB-8699-1B190CD427D8}" dt="2026-05-16T17:33:26.458" v="2969" actId="1038"/>
          <ac:cxnSpMkLst>
            <pc:docMk/>
            <pc:sldMk cId="0" sldId="258"/>
            <ac:cxnSpMk id="54" creationId="{EB7D5C27-6057-E923-D016-A7244884CD51}"/>
          </ac:cxnSpMkLst>
        </pc:cxnChg>
        <pc:cxnChg chg="add mod">
          <ac:chgData name="Rodrigo Lopes Salvatte" userId="0867ba0d-09e8-4e41-8bd5-920045fe3fdc" providerId="ADAL" clId="{6F0C8EEA-ADBB-41EB-8699-1B190CD427D8}" dt="2026-05-16T17:32:35.332" v="2897" actId="1038"/>
          <ac:cxnSpMkLst>
            <pc:docMk/>
            <pc:sldMk cId="0" sldId="258"/>
            <ac:cxnSpMk id="55" creationId="{93D5BE2C-F700-06CA-2033-2E380C129352}"/>
          </ac:cxnSpMkLst>
        </pc:cxnChg>
        <pc:cxnChg chg="add mod">
          <ac:chgData name="Rodrigo Lopes Salvatte" userId="0867ba0d-09e8-4e41-8bd5-920045fe3fdc" providerId="ADAL" clId="{6F0C8EEA-ADBB-41EB-8699-1B190CD427D8}" dt="2026-05-16T17:32:42.164" v="2898" actId="408"/>
          <ac:cxnSpMkLst>
            <pc:docMk/>
            <pc:sldMk cId="0" sldId="258"/>
            <ac:cxnSpMk id="56" creationId="{9DC9E77C-14E1-81AC-314D-B2D678CD7C66}"/>
          </ac:cxnSpMkLst>
        </pc:cxnChg>
        <pc:cxnChg chg="add mod">
          <ac:chgData name="Rodrigo Lopes Salvatte" userId="0867ba0d-09e8-4e41-8bd5-920045fe3fdc" providerId="ADAL" clId="{6F0C8EEA-ADBB-41EB-8699-1B190CD427D8}" dt="2026-05-16T17:32:35.332" v="2897" actId="1038"/>
          <ac:cxnSpMkLst>
            <pc:docMk/>
            <pc:sldMk cId="0" sldId="258"/>
            <ac:cxnSpMk id="57" creationId="{5E81CA25-299D-694F-5FFB-AE7A2B77D72D}"/>
          </ac:cxnSpMkLst>
        </pc:cxnChg>
      </pc:sldChg>
      <pc:sldChg chg="delSp modSp add mod setBg">
        <pc:chgData name="Rodrigo Lopes Salvatte" userId="0867ba0d-09e8-4e41-8bd5-920045fe3fdc" providerId="ADAL" clId="{6F0C8EEA-ADBB-41EB-8699-1B190CD427D8}" dt="2026-05-16T18:05:07.106" v="3736" actId="21"/>
        <pc:sldMkLst>
          <pc:docMk/>
          <pc:sldMk cId="0" sldId="270"/>
        </pc:sldMkLst>
        <pc:spChg chg="mod">
          <ac:chgData name="Rodrigo Lopes Salvatte" userId="0867ba0d-09e8-4e41-8bd5-920045fe3fdc" providerId="ADAL" clId="{6F0C8EEA-ADBB-41EB-8699-1B190CD427D8}" dt="2026-05-16T18:05:00.164" v="3734" actId="20577"/>
          <ac:spMkLst>
            <pc:docMk/>
            <pc:sldMk cId="0" sldId="270"/>
            <ac:spMk id="4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8:05:07.106" v="3736" actId="21"/>
          <ac:spMkLst>
            <pc:docMk/>
            <pc:sldMk cId="0" sldId="270"/>
            <ac:spMk id="14" creationId="{00000000-0000-0000-0000-000000000000}"/>
          </ac:spMkLst>
        </pc:spChg>
      </pc:sldChg>
      <pc:sldChg chg="delSp modSp add mod setBg">
        <pc:chgData name="Rodrigo Lopes Salvatte" userId="0867ba0d-09e8-4e41-8bd5-920045fe3fdc" providerId="ADAL" clId="{6F0C8EEA-ADBB-41EB-8699-1B190CD427D8}" dt="2026-05-22T10:47:29.397" v="4246" actId="1037"/>
        <pc:sldMkLst>
          <pc:docMk/>
          <pc:sldMk cId="0" sldId="275"/>
        </pc:sldMkLst>
        <pc:spChg chg="mod">
          <ac:chgData name="Rodrigo Lopes Salvatte" userId="0867ba0d-09e8-4e41-8bd5-920045fe3fdc" providerId="ADAL" clId="{6F0C8EEA-ADBB-41EB-8699-1B190CD427D8}" dt="2026-05-16T17:58:09.880" v="3671" actId="6549"/>
          <ac:spMkLst>
            <pc:docMk/>
            <pc:sldMk cId="0" sldId="275"/>
            <ac:spMk id="3" creationId="{58E38F4D-6BFD-F014-2F82-EE619D42E871}"/>
          </ac:spMkLst>
        </pc:spChg>
        <pc:grpChg chg="mod">
          <ac:chgData name="Rodrigo Lopes Salvatte" userId="0867ba0d-09e8-4e41-8bd5-920045fe3fdc" providerId="ADAL" clId="{6F0C8EEA-ADBB-41EB-8699-1B190CD427D8}" dt="2026-05-22T10:47:29.397" v="4246" actId="1037"/>
          <ac:grpSpMkLst>
            <pc:docMk/>
            <pc:sldMk cId="0" sldId="275"/>
            <ac:grpSpMk id="173" creationId="{D27B9ACA-FB9F-2B0B-B8BB-0A97CF083981}"/>
          </ac:grpSpMkLst>
        </pc:grpChg>
      </pc:sldChg>
      <pc:sldChg chg="addSp delSp modSp add mod">
        <pc:chgData name="Rodrigo Lopes Salvatte" userId="0867ba0d-09e8-4e41-8bd5-920045fe3fdc" providerId="ADAL" clId="{6F0C8EEA-ADBB-41EB-8699-1B190CD427D8}" dt="2026-05-26T13:25:09.713" v="5169" actId="207"/>
        <pc:sldMkLst>
          <pc:docMk/>
          <pc:sldMk cId="0" sldId="276"/>
        </pc:sldMkLst>
        <pc:spChg chg="add mod ord">
          <ac:chgData name="Rodrigo Lopes Salvatte" userId="0867ba0d-09e8-4e41-8bd5-920045fe3fdc" providerId="ADAL" clId="{6F0C8EEA-ADBB-41EB-8699-1B190CD427D8}" dt="2026-05-22T11:01:38.222" v="4536" actId="166"/>
          <ac:spMkLst>
            <pc:docMk/>
            <pc:sldMk cId="0" sldId="276"/>
            <ac:spMk id="2" creationId="{6EB3B655-947E-AB41-4DA9-C559A8E9A36E}"/>
          </ac:spMkLst>
        </pc:spChg>
        <pc:spChg chg="mod">
          <ac:chgData name="Rodrigo Lopes Salvatte" userId="0867ba0d-09e8-4e41-8bd5-920045fe3fdc" providerId="ADAL" clId="{6F0C8EEA-ADBB-41EB-8699-1B190CD427D8}" dt="2026-05-16T17:58:36.660" v="3676" actId="207"/>
          <ac:spMkLst>
            <pc:docMk/>
            <pc:sldMk cId="0" sldId="276"/>
            <ac:spMk id="3" creationId="{7297CF0F-5569-6A79-63F8-046492C213A2}"/>
          </ac:spMkLst>
        </pc:spChg>
        <pc:spChg chg="mod">
          <ac:chgData name="Rodrigo Lopes Salvatte" userId="0867ba0d-09e8-4e41-8bd5-920045fe3fdc" providerId="ADAL" clId="{6F0C8EEA-ADBB-41EB-8699-1B190CD427D8}" dt="2026-05-22T11:02:42.685" v="4548" actId="1035"/>
          <ac:spMkLst>
            <pc:docMk/>
            <pc:sldMk cId="0" sldId="276"/>
            <ac:spMk id="4" creationId="{0E389F60-A2EB-A9DF-0C64-8EA9785FCE14}"/>
          </ac:spMkLst>
        </pc:spChg>
        <pc:spChg chg="mod">
          <ac:chgData name="Rodrigo Lopes Salvatte" userId="0867ba0d-09e8-4e41-8bd5-920045fe3fdc" providerId="ADAL" clId="{6F0C8EEA-ADBB-41EB-8699-1B190CD427D8}" dt="2026-05-26T13:25:00.523" v="5167" actId="207"/>
          <ac:spMkLst>
            <pc:docMk/>
            <pc:sldMk cId="0" sldId="276"/>
            <ac:spMk id="5" creationId="{03CE7D48-4614-C178-045B-76A8377B55C5}"/>
          </ac:spMkLst>
        </pc:spChg>
        <pc:spChg chg="mod">
          <ac:chgData name="Rodrigo Lopes Salvatte" userId="0867ba0d-09e8-4e41-8bd5-920045fe3fdc" providerId="ADAL" clId="{6F0C8EEA-ADBB-41EB-8699-1B190CD427D8}" dt="2026-05-16T17:57:52.834" v="3654" actId="1076"/>
          <ac:spMkLst>
            <pc:docMk/>
            <pc:sldMk cId="0" sldId="276"/>
            <ac:spMk id="9" creationId="{142351F3-0D08-124B-3AD5-BE0533241D68}"/>
          </ac:spMkLst>
        </pc:spChg>
        <pc:spChg chg="mod">
          <ac:chgData name="Rodrigo Lopes Salvatte" userId="0867ba0d-09e8-4e41-8bd5-920045fe3fdc" providerId="ADAL" clId="{6F0C8EEA-ADBB-41EB-8699-1B190CD427D8}" dt="2026-05-16T18:00:02.238" v="3713" actId="20577"/>
          <ac:spMkLst>
            <pc:docMk/>
            <pc:sldMk cId="0" sldId="276"/>
            <ac:spMk id="12" creationId="{D9BD6416-D211-AF1D-A879-8A0C5895709B}"/>
          </ac:spMkLst>
        </pc:spChg>
        <pc:spChg chg="mod">
          <ac:chgData name="Rodrigo Lopes Salvatte" userId="0867ba0d-09e8-4e41-8bd5-920045fe3fdc" providerId="ADAL" clId="{6F0C8EEA-ADBB-41EB-8699-1B190CD427D8}" dt="2026-05-16T17:57:52.834" v="3654" actId="1076"/>
          <ac:spMkLst>
            <pc:docMk/>
            <pc:sldMk cId="0" sldId="276"/>
            <ac:spMk id="17" creationId="{B82827E6-7B78-702E-27F2-F8CE5F65F113}"/>
          </ac:spMkLst>
        </pc:spChg>
        <pc:spChg chg="add mod">
          <ac:chgData name="Rodrigo Lopes Salvatte" userId="0867ba0d-09e8-4e41-8bd5-920045fe3fdc" providerId="ADAL" clId="{6F0C8EEA-ADBB-41EB-8699-1B190CD427D8}" dt="2026-05-16T17:58:58.767" v="3681" actId="108"/>
          <ac:spMkLst>
            <pc:docMk/>
            <pc:sldMk cId="0" sldId="276"/>
            <ac:spMk id="19" creationId="{F4AE2D61-F320-E821-8FCC-8205AE5885F0}"/>
          </ac:spMkLst>
        </pc:spChg>
        <pc:spChg chg="add mod">
          <ac:chgData name="Rodrigo Lopes Salvatte" userId="0867ba0d-09e8-4e41-8bd5-920045fe3fdc" providerId="ADAL" clId="{6F0C8EEA-ADBB-41EB-8699-1B190CD427D8}" dt="2026-05-16T17:57:52.834" v="3654" actId="1076"/>
          <ac:spMkLst>
            <pc:docMk/>
            <pc:sldMk cId="0" sldId="276"/>
            <ac:spMk id="24" creationId="{93E32952-1EF8-1DFD-BBBD-BE3FFFC74B42}"/>
          </ac:spMkLst>
        </pc:spChg>
        <pc:spChg chg="mod">
          <ac:chgData name="Rodrigo Lopes Salvatte" userId="0867ba0d-09e8-4e41-8bd5-920045fe3fdc" providerId="ADAL" clId="{6F0C8EEA-ADBB-41EB-8699-1B190CD427D8}" dt="2026-05-16T17:58:19.492" v="3672" actId="6549"/>
          <ac:spMkLst>
            <pc:docMk/>
            <pc:sldMk cId="0" sldId="276"/>
            <ac:spMk id="25" creationId="{00000000-0000-0000-0000-000000000000}"/>
          </ac:spMkLst>
        </pc:spChg>
        <pc:spChg chg="add mod">
          <ac:chgData name="Rodrigo Lopes Salvatte" userId="0867ba0d-09e8-4e41-8bd5-920045fe3fdc" providerId="ADAL" clId="{6F0C8EEA-ADBB-41EB-8699-1B190CD427D8}" dt="2026-05-16T17:59:08.336" v="3682" actId="14100"/>
          <ac:spMkLst>
            <pc:docMk/>
            <pc:sldMk cId="0" sldId="276"/>
            <ac:spMk id="26" creationId="{BAAAEA47-04A6-708A-D3F0-A66B3501C9A9}"/>
          </ac:spMkLst>
        </pc:spChg>
        <pc:spChg chg="add mod">
          <ac:chgData name="Rodrigo Lopes Salvatte" userId="0867ba0d-09e8-4e41-8bd5-920045fe3fdc" providerId="ADAL" clId="{6F0C8EEA-ADBB-41EB-8699-1B190CD427D8}" dt="2026-05-22T10:56:23.001" v="4390" actId="12788"/>
          <ac:spMkLst>
            <pc:docMk/>
            <pc:sldMk cId="0" sldId="276"/>
            <ac:spMk id="27" creationId="{CC93C589-45FE-8C80-82CC-4AAA2293C6D0}"/>
          </ac:spMkLst>
        </pc:spChg>
        <pc:spChg chg="mod">
          <ac:chgData name="Rodrigo Lopes Salvatte" userId="0867ba0d-09e8-4e41-8bd5-920045fe3fdc" providerId="ADAL" clId="{6F0C8EEA-ADBB-41EB-8699-1B190CD427D8}" dt="2026-05-22T11:03:45.894" v="4565" actId="20577"/>
          <ac:spMkLst>
            <pc:docMk/>
            <pc:sldMk cId="0" sldId="276"/>
            <ac:spMk id="32" creationId="{00000000-0000-0000-0000-000000000000}"/>
          </ac:spMkLst>
        </pc:spChg>
        <pc:spChg chg="add mod">
          <ac:chgData name="Rodrigo Lopes Salvatte" userId="0867ba0d-09e8-4e41-8bd5-920045fe3fdc" providerId="ADAL" clId="{6F0C8EEA-ADBB-41EB-8699-1B190CD427D8}" dt="2026-05-22T10:56:23.001" v="4390" actId="12788"/>
          <ac:spMkLst>
            <pc:docMk/>
            <pc:sldMk cId="0" sldId="276"/>
            <ac:spMk id="47" creationId="{52494CB7-97DB-3C16-1ED1-E936B8297F45}"/>
          </ac:spMkLst>
        </pc:spChg>
        <pc:spChg chg="add mod">
          <ac:chgData name="Rodrigo Lopes Salvatte" userId="0867ba0d-09e8-4e41-8bd5-920045fe3fdc" providerId="ADAL" clId="{6F0C8EEA-ADBB-41EB-8699-1B190CD427D8}" dt="2026-05-22T10:56:17.668" v="4389" actId="12788"/>
          <ac:spMkLst>
            <pc:docMk/>
            <pc:sldMk cId="0" sldId="276"/>
            <ac:spMk id="49" creationId="{211DBEC2-08DA-ED74-7A53-C2FB2CC1C371}"/>
          </ac:spMkLst>
        </pc:spChg>
        <pc:spChg chg="add mod">
          <ac:chgData name="Rodrigo Lopes Salvatte" userId="0867ba0d-09e8-4e41-8bd5-920045fe3fdc" providerId="ADAL" clId="{6F0C8EEA-ADBB-41EB-8699-1B190CD427D8}" dt="2026-05-22T10:57:27.189" v="4412" actId="113"/>
          <ac:spMkLst>
            <pc:docMk/>
            <pc:sldMk cId="0" sldId="276"/>
            <ac:spMk id="50" creationId="{6EE9FEC8-907E-013C-4FCC-40D32E46439F}"/>
          </ac:spMkLst>
        </pc:spChg>
        <pc:spChg chg="add mod">
          <ac:chgData name="Rodrigo Lopes Salvatte" userId="0867ba0d-09e8-4e41-8bd5-920045fe3fdc" providerId="ADAL" clId="{6F0C8EEA-ADBB-41EB-8699-1B190CD427D8}" dt="2026-05-22T10:55:24.118" v="4378" actId="207"/>
          <ac:spMkLst>
            <pc:docMk/>
            <pc:sldMk cId="0" sldId="276"/>
            <ac:spMk id="51" creationId="{33BE6FFF-FE9F-CB7A-9FF3-89A21A1EFBBA}"/>
          </ac:spMkLst>
        </pc:spChg>
        <pc:spChg chg="add mod">
          <ac:chgData name="Rodrigo Lopes Salvatte" userId="0867ba0d-09e8-4e41-8bd5-920045fe3fdc" providerId="ADAL" clId="{6F0C8EEA-ADBB-41EB-8699-1B190CD427D8}" dt="2026-05-22T10:54:09.660" v="4322" actId="20577"/>
          <ac:spMkLst>
            <pc:docMk/>
            <pc:sldMk cId="0" sldId="276"/>
            <ac:spMk id="52" creationId="{4D93BDC2-5E43-3E10-9487-90C7F27DB200}"/>
          </ac:spMkLst>
        </pc:spChg>
        <pc:spChg chg="add mod">
          <ac:chgData name="Rodrigo Lopes Salvatte" userId="0867ba0d-09e8-4e41-8bd5-920045fe3fdc" providerId="ADAL" clId="{6F0C8EEA-ADBB-41EB-8699-1B190CD427D8}" dt="2026-05-22T11:03:03.611" v="4551" actId="12789"/>
          <ac:spMkLst>
            <pc:docMk/>
            <pc:sldMk cId="0" sldId="276"/>
            <ac:spMk id="53" creationId="{1B7CCB2F-4635-EFAD-166C-4AC1F11485AF}"/>
          </ac:spMkLst>
        </pc:spChg>
        <pc:spChg chg="add mod">
          <ac:chgData name="Rodrigo Lopes Salvatte" userId="0867ba0d-09e8-4e41-8bd5-920045fe3fdc" providerId="ADAL" clId="{6F0C8EEA-ADBB-41EB-8699-1B190CD427D8}" dt="2026-05-22T11:02:42.685" v="4548" actId="1035"/>
          <ac:spMkLst>
            <pc:docMk/>
            <pc:sldMk cId="0" sldId="276"/>
            <ac:spMk id="54" creationId="{3D03F973-875C-A409-482D-5CD9A7309665}"/>
          </ac:spMkLst>
        </pc:spChg>
        <pc:spChg chg="add mod">
          <ac:chgData name="Rodrigo Lopes Salvatte" userId="0867ba0d-09e8-4e41-8bd5-920045fe3fdc" providerId="ADAL" clId="{6F0C8EEA-ADBB-41EB-8699-1B190CD427D8}" dt="2026-05-22T11:03:03.611" v="4551" actId="12789"/>
          <ac:spMkLst>
            <pc:docMk/>
            <pc:sldMk cId="0" sldId="276"/>
            <ac:spMk id="55" creationId="{BF797FB6-939B-A2ED-C02D-A1CFB8A4E138}"/>
          </ac:spMkLst>
        </pc:spChg>
        <pc:spChg chg="add mod">
          <ac:chgData name="Rodrigo Lopes Salvatte" userId="0867ba0d-09e8-4e41-8bd5-920045fe3fdc" providerId="ADAL" clId="{6F0C8EEA-ADBB-41EB-8699-1B190CD427D8}" dt="2026-05-22T11:03:03.611" v="4551" actId="12789"/>
          <ac:spMkLst>
            <pc:docMk/>
            <pc:sldMk cId="0" sldId="276"/>
            <ac:spMk id="60" creationId="{3B672BC8-5C6F-7B2A-6A12-1051E8414667}"/>
          </ac:spMkLst>
        </pc:spChg>
        <pc:spChg chg="add mod">
          <ac:chgData name="Rodrigo Lopes Salvatte" userId="0867ba0d-09e8-4e41-8bd5-920045fe3fdc" providerId="ADAL" clId="{6F0C8EEA-ADBB-41EB-8699-1B190CD427D8}" dt="2026-05-22T11:02:42.685" v="4548" actId="1035"/>
          <ac:spMkLst>
            <pc:docMk/>
            <pc:sldMk cId="0" sldId="276"/>
            <ac:spMk id="61" creationId="{9E984BB9-FA54-F067-CB2B-B5377F831350}"/>
          </ac:spMkLst>
        </pc:spChg>
        <pc:spChg chg="add mod">
          <ac:chgData name="Rodrigo Lopes Salvatte" userId="0867ba0d-09e8-4e41-8bd5-920045fe3fdc" providerId="ADAL" clId="{6F0C8EEA-ADBB-41EB-8699-1B190CD427D8}" dt="2026-05-22T11:03:03.611" v="4551" actId="12789"/>
          <ac:spMkLst>
            <pc:docMk/>
            <pc:sldMk cId="0" sldId="276"/>
            <ac:spMk id="62" creationId="{1D7FE827-D174-B99B-00B9-E1EFDB8051E3}"/>
          </ac:spMkLst>
        </pc:spChg>
        <pc:spChg chg="mod">
          <ac:chgData name="Rodrigo Lopes Salvatte" userId="0867ba0d-09e8-4e41-8bd5-920045fe3fdc" providerId="ADAL" clId="{6F0C8EEA-ADBB-41EB-8699-1B190CD427D8}" dt="2026-05-26T13:25:09.713" v="5169" actId="207"/>
          <ac:spMkLst>
            <pc:docMk/>
            <pc:sldMk cId="0" sldId="276"/>
            <ac:spMk id="63" creationId="{00000000-0000-0000-0000-000000000000}"/>
          </ac:spMkLst>
        </pc:spChg>
        <pc:spChg chg="add mod">
          <ac:chgData name="Rodrigo Lopes Salvatte" userId="0867ba0d-09e8-4e41-8bd5-920045fe3fdc" providerId="ADAL" clId="{6F0C8EEA-ADBB-41EB-8699-1B190CD427D8}" dt="2026-05-22T11:02:42.685" v="4548" actId="1035"/>
          <ac:spMkLst>
            <pc:docMk/>
            <pc:sldMk cId="0" sldId="276"/>
            <ac:spMk id="64" creationId="{820E59DD-2566-C8FF-EDF3-B321974DA3CA}"/>
          </ac:spMkLst>
        </pc:spChg>
        <pc:spChg chg="mod">
          <ac:chgData name="Rodrigo Lopes Salvatte" userId="0867ba0d-09e8-4e41-8bd5-920045fe3fdc" providerId="ADAL" clId="{6F0C8EEA-ADBB-41EB-8699-1B190CD427D8}" dt="2026-05-22T10:50:31.754" v="4275" actId="20577"/>
          <ac:spMkLst>
            <pc:docMk/>
            <pc:sldMk cId="0" sldId="276"/>
            <ac:spMk id="71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22T10:59:50.195" v="4480" actId="1076"/>
          <ac:spMkLst>
            <pc:docMk/>
            <pc:sldMk cId="0" sldId="276"/>
            <ac:spMk id="75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22T11:02:42.685" v="4548" actId="1035"/>
          <ac:spMkLst>
            <pc:docMk/>
            <pc:sldMk cId="0" sldId="276"/>
            <ac:spMk id="82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7:58:44.254" v="3677" actId="108"/>
          <ac:spMkLst>
            <pc:docMk/>
            <pc:sldMk cId="0" sldId="276"/>
            <ac:spMk id="88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22T10:59:50.195" v="4480" actId="1076"/>
          <ac:spMkLst>
            <pc:docMk/>
            <pc:sldMk cId="0" sldId="276"/>
            <ac:spMk id="90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7:58:00.759" v="3668" actId="1037"/>
          <ac:spMkLst>
            <pc:docMk/>
            <pc:sldMk cId="0" sldId="276"/>
            <ac:spMk id="92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22T10:52:27.138" v="4311" actId="6549"/>
          <ac:spMkLst>
            <pc:docMk/>
            <pc:sldMk cId="0" sldId="276"/>
            <ac:spMk id="93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7:57:52.834" v="3654" actId="1076"/>
          <ac:spMkLst>
            <pc:docMk/>
            <pc:sldMk cId="0" sldId="276"/>
            <ac:spMk id="98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7:57:52.834" v="3654" actId="1076"/>
          <ac:spMkLst>
            <pc:docMk/>
            <pc:sldMk cId="0" sldId="276"/>
            <ac:spMk id="99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7:57:52.834" v="3654" actId="1076"/>
          <ac:spMkLst>
            <pc:docMk/>
            <pc:sldMk cId="0" sldId="276"/>
            <ac:spMk id="100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7:57:52.834" v="3654" actId="1076"/>
          <ac:spMkLst>
            <pc:docMk/>
            <pc:sldMk cId="0" sldId="276"/>
            <ac:spMk id="101" creationId="{00000000-0000-0000-0000-000000000000}"/>
          </ac:spMkLst>
        </pc:spChg>
        <pc:grpChg chg="add mod">
          <ac:chgData name="Rodrigo Lopes Salvatte" userId="0867ba0d-09e8-4e41-8bd5-920045fe3fdc" providerId="ADAL" clId="{6F0C8EEA-ADBB-41EB-8699-1B190CD427D8}" dt="2026-05-22T11:01:55.748" v="4538" actId="1076"/>
          <ac:grpSpMkLst>
            <pc:docMk/>
            <pc:sldMk cId="0" sldId="276"/>
            <ac:grpSpMk id="65" creationId="{91CFC2DE-BBEA-904B-A689-A12FD7125A5B}"/>
          </ac:grpSpMkLst>
        </pc:grpChg>
        <pc:picChg chg="mod">
          <ac:chgData name="Rodrigo Lopes Salvatte" userId="0867ba0d-09e8-4e41-8bd5-920045fe3fdc" providerId="ADAL" clId="{6F0C8EEA-ADBB-41EB-8699-1B190CD427D8}" dt="2026-05-22T11:01:48.408" v="4537"/>
          <ac:picMkLst>
            <pc:docMk/>
            <pc:sldMk cId="0" sldId="276"/>
            <ac:picMk id="69" creationId="{0136E389-A475-5C07-2130-3B746D1DECBC}"/>
          </ac:picMkLst>
        </pc:picChg>
        <pc:cxnChg chg="mod">
          <ac:chgData name="Rodrigo Lopes Salvatte" userId="0867ba0d-09e8-4e41-8bd5-920045fe3fdc" providerId="ADAL" clId="{6F0C8EEA-ADBB-41EB-8699-1B190CD427D8}" dt="2026-05-22T11:02:00.435" v="4539" actId="14100"/>
          <ac:cxnSpMkLst>
            <pc:docMk/>
            <pc:sldMk cId="0" sldId="276"/>
            <ac:cxnSpMk id="66" creationId="{FDE818B5-8A82-D175-9E77-709FA9D7313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F68677-E22D-4F43-9347-250BF6644470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247862-632E-4531-917F-2632E396A1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897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Plano de Agendas · Linha do Tempo (Gantt) · gerado nativamente (editavel)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image" Target="../media/image3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41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image" Target="../media/image5.sv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image" Target="../media/image4.png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EDF_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77800"/>
            <a:ext cx="1973304" cy="698500"/>
          </a:xfrm>
          <a:prstGeom prst="rect">
            <a:avLst/>
          </a:prstGeom>
        </p:spPr>
      </p:pic>
      <p:pic>
        <p:nvPicPr>
          <p:cNvPr id="4" name="Picture 3" descr="_str_tmp_w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420" y="110490"/>
            <a:ext cx="2930275" cy="8661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8000" y="1551915"/>
            <a:ext cx="11175695" cy="274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600" b="1" dirty="0">
                <a:solidFill>
                  <a:srgbClr val="FE5716"/>
                </a:solidFill>
                <a:latin typeface="Consolas"/>
              </a:rPr>
              <a:t>STATUS REPORT</a:t>
            </a:r>
            <a:r>
              <a:rPr sz="1600" b="1" i="0" dirty="0">
                <a:solidFill>
                  <a:srgbClr val="FE5716"/>
                </a:solidFill>
                <a:latin typeface="Consolas"/>
              </a:rPr>
              <a:t> DO PROJETO · FASE </a:t>
            </a:r>
            <a:r>
              <a:rPr lang="pt-BR" sz="1600" b="1" dirty="0">
                <a:solidFill>
                  <a:srgbClr val="FE5716"/>
                </a:solidFill>
                <a:latin typeface="Consolas"/>
              </a:rPr>
              <a:t>EXPLORE</a:t>
            </a:r>
            <a:endParaRPr sz="1600" b="1" i="0" dirty="0">
              <a:solidFill>
                <a:srgbClr val="FE5716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1968500"/>
            <a:ext cx="11175695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b="1" i="0" err="1">
                <a:solidFill>
                  <a:srgbClr val="FFFFFF"/>
                </a:solidFill>
                <a:latin typeface="Montserrat"/>
              </a:rPr>
              <a:t>Implementação</a:t>
            </a:r>
            <a:r>
              <a:rPr sz="6300" b="1" i="0">
                <a:solidFill>
                  <a:srgbClr val="FFFFFF"/>
                </a:solidFill>
                <a:latin typeface="Montserrat"/>
              </a:rPr>
              <a:t>
SAP Ariba </a:t>
            </a:r>
            <a:r>
              <a:rPr sz="6300" b="1" i="0" err="1">
                <a:solidFill>
                  <a:srgbClr val="FFFFFF"/>
                </a:solidFill>
                <a:latin typeface="Montserrat"/>
              </a:rPr>
              <a:t>na</a:t>
            </a:r>
            <a:r>
              <a:rPr sz="6300" b="1" i="0">
                <a:solidFill>
                  <a:srgbClr val="FFFFFF"/>
                </a:solidFill>
                <a:latin typeface="Montserrat"/>
              </a:rPr>
              <a:t> </a:t>
            </a:r>
            <a:r>
              <a:rPr sz="6300" b="1" i="1">
                <a:solidFill>
                  <a:srgbClr val="FE5716"/>
                </a:solidFill>
                <a:latin typeface="Montserrat"/>
              </a:rPr>
              <a:t>EDF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3683000"/>
            <a:ext cx="11175695" cy="351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 dirty="0">
                <a:solidFill>
                  <a:srgbClr val="C0C0C0"/>
                </a:solidFill>
                <a:latin typeface="Inter"/>
              </a:rPr>
              <a:t>Procurement digital </a:t>
            </a:r>
            <a:r>
              <a:rPr sz="1800" b="0" i="0" dirty="0" err="1">
                <a:solidFill>
                  <a:srgbClr val="C0C0C0"/>
                </a:solidFill>
                <a:latin typeface="Inter"/>
              </a:rPr>
              <a:t>integrado</a:t>
            </a:r>
            <a:r>
              <a:rPr sz="1800" b="0" i="0" dirty="0">
                <a:solidFill>
                  <a:srgbClr val="C0C0C0"/>
                </a:solidFill>
                <a:latin typeface="Inter"/>
              </a:rPr>
              <a:t> </a:t>
            </a:r>
            <a:r>
              <a:rPr sz="1800" b="0" i="0" dirty="0" err="1">
                <a:solidFill>
                  <a:srgbClr val="C0C0C0"/>
                </a:solidFill>
                <a:latin typeface="Inter"/>
              </a:rPr>
              <a:t>ao</a:t>
            </a:r>
            <a:r>
              <a:rPr sz="1800" b="0" i="0" dirty="0">
                <a:solidFill>
                  <a:srgbClr val="C0C0C0"/>
                </a:solidFill>
                <a:latin typeface="Inter"/>
              </a:rPr>
              <a:t> S/4HANA.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4572000"/>
            <a:ext cx="2666923" cy="12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808080"/>
                </a:solidFill>
                <a:latin typeface="Consolas"/>
              </a:rPr>
              <a:t>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4749800"/>
            <a:ext cx="266692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FFFFF"/>
                </a:solidFill>
                <a:latin typeface="Montserrat"/>
              </a:rPr>
              <a:t>EDF Power Solutions Brasil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1923" y="4572000"/>
            <a:ext cx="2666923" cy="12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808080"/>
                </a:solidFill>
                <a:latin typeface="Consolas"/>
              </a:rPr>
              <a:t>APRESENTADOR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1923" y="4749800"/>
            <a:ext cx="3784677" cy="229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350" b="1" i="0" dirty="0">
                <a:solidFill>
                  <a:srgbClr val="FFFFFF"/>
                </a:solidFill>
                <a:latin typeface="Montserrat"/>
              </a:rPr>
              <a:t>Diogo Rauber</a:t>
            </a:r>
            <a:r>
              <a:rPr lang="pt-BR" sz="1350" b="1" dirty="0">
                <a:solidFill>
                  <a:srgbClr val="FFFFFF"/>
                </a:solidFill>
                <a:latin typeface="Montserrat"/>
              </a:rPr>
              <a:t> – Gerente de Projetos Ariba</a:t>
            </a:r>
            <a:endParaRPr sz="1350" b="1" i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37112" y="4572000"/>
            <a:ext cx="1781912" cy="12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808080"/>
                </a:solidFill>
                <a:latin typeface="Consolas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7112" y="4749800"/>
            <a:ext cx="1781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350" b="1" i="0" dirty="0">
                <a:solidFill>
                  <a:srgbClr val="FE5716"/>
                </a:solidFill>
                <a:latin typeface="Montserrat"/>
              </a:rPr>
              <a:t>22</a:t>
            </a:r>
            <a:r>
              <a:rPr sz="1350" b="1" i="0" dirty="0">
                <a:solidFill>
                  <a:srgbClr val="FE5716"/>
                </a:solidFill>
                <a:latin typeface="Montserrat"/>
              </a:rPr>
              <a:t> de </a:t>
            </a:r>
            <a:r>
              <a:rPr sz="1350" b="1" i="0" dirty="0" err="1">
                <a:solidFill>
                  <a:srgbClr val="FE5716"/>
                </a:solidFill>
                <a:latin typeface="Montserrat"/>
              </a:rPr>
              <a:t>maio</a:t>
            </a:r>
            <a:r>
              <a:rPr sz="1350" b="1" i="0" dirty="0">
                <a:solidFill>
                  <a:srgbClr val="FE5716"/>
                </a:solidFill>
                <a:latin typeface="Montserrat"/>
              </a:rPr>
              <a:t> de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9537" y="4566920"/>
            <a:ext cx="1424661" cy="12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808080"/>
                </a:solidFill>
                <a:latin typeface="Consolas"/>
              </a:rPr>
              <a:t>DURAÇÃO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9537" y="4744720"/>
            <a:ext cx="142466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350" b="1" i="0">
                <a:solidFill>
                  <a:srgbClr val="FFFFFF"/>
                </a:solidFill>
                <a:latin typeface="Montserrat"/>
              </a:rPr>
              <a:t>30 </a:t>
            </a:r>
            <a:r>
              <a:rPr lang="pt-BR" sz="1350" b="1" i="0" dirty="0">
                <a:solidFill>
                  <a:srgbClr val="FFFFFF"/>
                </a:solidFill>
                <a:latin typeface="Montserrat"/>
              </a:rPr>
              <a:t>minutos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6096000"/>
            <a:ext cx="11175695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909090"/>
                </a:solidFill>
                <a:latin typeface="Montserrat"/>
              </a:rPr>
              <a:t>EDF × Stratesys, parceria estratégica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4144" y="6159500"/>
            <a:ext cx="2413000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pt-BR" sz="750" b="0" i="0" dirty="0">
                <a:solidFill>
                  <a:srgbClr val="555555"/>
                </a:solidFill>
                <a:latin typeface="Consolas"/>
              </a:rPr>
              <a:t>USO RESTRITO</a:t>
            </a:r>
            <a:endParaRPr sz="750" b="0" i="0" dirty="0">
              <a:solidFill>
                <a:srgbClr val="555555"/>
              </a:solidFill>
              <a:latin typeface="Consolas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08000" y="6540500"/>
            <a:ext cx="11175695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8000" y="66040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C8C8C8"/>
                </a:solidFill>
                <a:latin typeface="Consolas"/>
              </a:rPr>
              <a:t>Implementação SAP Ariba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8695" y="6604000"/>
            <a:ext cx="3175000" cy="141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25" b="0" i="0" dirty="0">
                <a:solidFill>
                  <a:srgbClr val="C8C8C8"/>
                </a:solidFill>
                <a:latin typeface="Consolas"/>
              </a:rPr>
              <a:t>EDF × Stratesys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F_csm_logo_edf_power_solutions_RGB_e65b955acb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08000" y="177800"/>
            <a:ext cx="1241778" cy="698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828675"/>
            <a:ext cx="1117569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150" b="1" i="0" dirty="0" err="1">
                <a:solidFill>
                  <a:srgbClr val="1A1A1A"/>
                </a:solidFill>
                <a:latin typeface="Montserrat"/>
              </a:rPr>
              <a:t>Cronograma</a:t>
            </a:r>
            <a:r>
              <a:rPr sz="3150" b="1" i="0" dirty="0">
                <a:solidFill>
                  <a:srgbClr val="1A1A1A"/>
                </a:solidFill>
                <a:latin typeface="Montserrat"/>
              </a:rPr>
              <a:t> &amp; Marcos </a:t>
            </a:r>
            <a:r>
              <a:rPr sz="3150" b="1" i="0" dirty="0" err="1">
                <a:solidFill>
                  <a:srgbClr val="1A1A1A"/>
                </a:solidFill>
                <a:latin typeface="Montserrat"/>
              </a:rPr>
              <a:t>Críticos</a:t>
            </a:r>
            <a:endParaRPr sz="3150" b="1" i="0" dirty="0">
              <a:solidFill>
                <a:srgbClr val="1A1A1A"/>
              </a:solidFill>
              <a:latin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8000" y="1355979"/>
            <a:ext cx="1117569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568"/>
                </a:solidFill>
                <a:latin typeface="Inter"/>
              </a:rPr>
              <a:t>9 semanas até o GoLive · 4 semanas de Hypercare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609979"/>
            <a:ext cx="406400" cy="25400"/>
          </a:xfrm>
          <a:prstGeom prst="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1" y="5298369"/>
            <a:ext cx="1203120" cy="889000"/>
          </a:xfrm>
          <a:prstGeom prst="rect">
            <a:avLst/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1" y="5298368"/>
            <a:ext cx="1203120" cy="25200"/>
          </a:xfrm>
          <a:prstGeom prst="rect">
            <a:avLst/>
          </a:prstGeom>
          <a:solidFill>
            <a:srgbClr val="1F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1" y="5393619"/>
            <a:ext cx="681868" cy="8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123075"/>
                </a:solidFill>
                <a:latin typeface="Consolas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1" y="5501569"/>
            <a:ext cx="808868" cy="191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5" b="1" i="0">
                <a:solidFill>
                  <a:srgbClr val="1A1A1A"/>
                </a:solidFill>
                <a:latin typeface="Montserrat"/>
              </a:rPr>
              <a:t>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1" y="5666669"/>
            <a:ext cx="1043432" cy="2879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 err="1">
                <a:solidFill>
                  <a:srgbClr val="4A5568"/>
                </a:solidFill>
                <a:latin typeface="Inter"/>
              </a:rPr>
              <a:t>Planejamento</a:t>
            </a:r>
            <a:r>
              <a:rPr sz="750" b="0" i="0">
                <a:solidFill>
                  <a:srgbClr val="4A5568"/>
                </a:solidFill>
                <a:latin typeface="Inter"/>
              </a:rPr>
              <a:t>, ambientes e </a:t>
            </a:r>
            <a:r>
              <a:rPr sz="750" b="0" i="0" err="1">
                <a:solidFill>
                  <a:srgbClr val="4A5568"/>
                </a:solidFill>
                <a:latin typeface="Inter"/>
              </a:rPr>
              <a:t>governança</a:t>
            </a:r>
            <a:endParaRPr sz="750" b="0" i="0">
              <a:solidFill>
                <a:srgbClr val="4A5568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1" y="6009569"/>
            <a:ext cx="681868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123075"/>
                </a:solidFill>
                <a:latin typeface="Consolas"/>
              </a:rPr>
              <a:t>11/05 – 15/05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84858" y="5298369"/>
            <a:ext cx="1668537" cy="889000"/>
          </a:xfrm>
          <a:prstGeom prst="rect">
            <a:avLst/>
          </a:prstGeom>
          <a:solidFill>
            <a:srgbClr val="D4E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84858" y="5298369"/>
            <a:ext cx="1668537" cy="25400"/>
          </a:xfrm>
          <a:prstGeom prst="rect">
            <a:avLst/>
          </a:prstGeom>
          <a:solidFill>
            <a:srgbClr val="123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61058" y="5393619"/>
            <a:ext cx="1541537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123075"/>
                </a:solidFill>
                <a:latin typeface="Consolas"/>
              </a:rPr>
              <a:t>S2–S3</a:t>
            </a:r>
            <a:endParaRPr sz="750" b="1" i="0">
              <a:solidFill>
                <a:srgbClr val="123075"/>
              </a:solidFill>
              <a:highlight>
                <a:srgbClr val="FFFF00"/>
              </a:highlight>
              <a:latin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61058" y="5501569"/>
            <a:ext cx="1541537" cy="12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5" b="1" i="0">
                <a:solidFill>
                  <a:srgbClr val="1A1A1A"/>
                </a:solidFill>
                <a:latin typeface="Montserrat"/>
              </a:rPr>
              <a:t>EXPLORE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1058" y="5666669"/>
            <a:ext cx="1541537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4A5568"/>
                </a:solidFill>
                <a:latin typeface="Inter"/>
              </a:rPr>
              <a:t>Fit-to-Standard (workshops)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1058" y="6009569"/>
            <a:ext cx="1541537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123075"/>
                </a:solidFill>
                <a:latin typeface="Consolas"/>
              </a:rPr>
              <a:t>18/05 – 29/05</a:t>
            </a:r>
            <a:endParaRPr sz="750" b="1" i="0">
              <a:solidFill>
                <a:srgbClr val="123075"/>
              </a:solidFill>
              <a:highlight>
                <a:srgbClr val="FFFF00"/>
              </a:highlight>
              <a:latin typeface="Consola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25532" y="5298369"/>
            <a:ext cx="3789282" cy="889000"/>
          </a:xfrm>
          <a:prstGeom prst="rect">
            <a:avLst/>
          </a:prstGeom>
          <a:solidFill>
            <a:srgbClr val="A5B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25532" y="5298368"/>
            <a:ext cx="3789282" cy="25200"/>
          </a:xfrm>
          <a:prstGeom prst="rect">
            <a:avLst/>
          </a:prstGeom>
          <a:solidFill>
            <a:srgbClr val="123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C4E1DA38-538E-8C2B-5169-7F443DE7529F}"/>
              </a:ext>
            </a:extLst>
          </p:cNvPr>
          <p:cNvGrpSpPr/>
          <p:nvPr/>
        </p:nvGrpSpPr>
        <p:grpSpPr>
          <a:xfrm>
            <a:off x="3701732" y="5393619"/>
            <a:ext cx="3713082" cy="744511"/>
            <a:chOff x="3163206" y="2210054"/>
            <a:chExt cx="4120544" cy="744511"/>
          </a:xfrm>
        </p:grpSpPr>
        <p:sp>
          <p:nvSpPr>
            <p:cNvPr id="21" name="TextBox 20"/>
            <p:cNvSpPr txBox="1"/>
            <p:nvPr/>
          </p:nvSpPr>
          <p:spPr>
            <a:xfrm>
              <a:off x="3163206" y="2210054"/>
              <a:ext cx="4120544" cy="12856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750" b="1" i="0">
                  <a:solidFill>
                    <a:srgbClr val="123075"/>
                  </a:solidFill>
                  <a:latin typeface="Consolas"/>
                </a:rPr>
                <a:t>S4–S8</a:t>
              </a:r>
              <a:endParaRPr sz="750" b="1" i="0">
                <a:solidFill>
                  <a:srgbClr val="123075"/>
                </a:solidFill>
                <a:highlight>
                  <a:srgbClr val="FFFF00"/>
                </a:highlight>
                <a:latin typeface="Consolas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163206" y="2318004"/>
              <a:ext cx="4120544" cy="127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125" b="1" i="0">
                  <a:solidFill>
                    <a:srgbClr val="1A1A1A"/>
                  </a:solidFill>
                  <a:latin typeface="Montserrat"/>
                </a:rPr>
                <a:t>REALIZE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163206" y="2483104"/>
              <a:ext cx="4120544" cy="13792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sz="750" b="0" i="0">
                  <a:solidFill>
                    <a:srgbClr val="4A5568"/>
                  </a:solidFill>
                  <a:latin typeface="Inter"/>
                </a:rPr>
                <a:t>Setup (S</a:t>
              </a:r>
              <a:r>
                <a:rPr lang="pt-BR" sz="750" b="0" i="0">
                  <a:solidFill>
                    <a:srgbClr val="4A5568"/>
                  </a:solidFill>
                  <a:latin typeface="Inter"/>
                </a:rPr>
                <a:t>4</a:t>
              </a:r>
              <a:r>
                <a:rPr sz="750" b="0" i="0">
                  <a:solidFill>
                    <a:srgbClr val="4A5568"/>
                  </a:solidFill>
                  <a:latin typeface="Inter"/>
                </a:rPr>
                <a:t>–S6) + Test UAT (S6–S8)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163206" y="2826004"/>
              <a:ext cx="4120544" cy="12856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750" b="1" i="0">
                  <a:solidFill>
                    <a:srgbClr val="123075"/>
                  </a:solidFill>
                  <a:latin typeface="Consolas"/>
                </a:rPr>
                <a:t>01/06</a:t>
              </a:r>
              <a:r>
                <a:rPr lang="pt-BR" sz="750" b="1" i="0">
                  <a:solidFill>
                    <a:srgbClr val="123075"/>
                  </a:solidFill>
                  <a:latin typeface="Consolas"/>
                </a:rPr>
                <a:t> </a:t>
              </a:r>
              <a:r>
                <a:rPr sz="750" b="1" i="0">
                  <a:solidFill>
                    <a:srgbClr val="123075"/>
                  </a:solidFill>
                  <a:latin typeface="Consolas"/>
                </a:rPr>
                <a:t>– 03/07</a:t>
              </a:r>
            </a:p>
          </p:txBody>
        </p:sp>
      </p:grpSp>
      <p:sp>
        <p:nvSpPr>
          <p:cNvPr id="25" name="Rectangle 24"/>
          <p:cNvSpPr/>
          <p:nvPr/>
        </p:nvSpPr>
        <p:spPr>
          <a:xfrm>
            <a:off x="7486951" y="5298369"/>
            <a:ext cx="808868" cy="889000"/>
          </a:xfrm>
          <a:prstGeom prst="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86951" y="5298369"/>
            <a:ext cx="808868" cy="25400"/>
          </a:xfrm>
          <a:prstGeom prst="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3151" y="5393619"/>
            <a:ext cx="681868" cy="8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FFFFFF"/>
                </a:solidFill>
                <a:latin typeface="Consolas"/>
              </a:rPr>
              <a:t>S9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3151" y="5501569"/>
            <a:ext cx="681868" cy="12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5" b="1" i="0">
                <a:solidFill>
                  <a:srgbClr val="FFFFFF"/>
                </a:solidFill>
                <a:latin typeface="Montserrat"/>
              </a:rP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3151" y="5666669"/>
            <a:ext cx="681868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FFFFFF"/>
                </a:solidFill>
                <a:latin typeface="Inter"/>
              </a:rPr>
              <a:t>Cutover + GoLive em Produção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3151" y="6006337"/>
            <a:ext cx="729493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 dirty="0">
                <a:solidFill>
                  <a:srgbClr val="FFFFFF"/>
                </a:solidFill>
                <a:latin typeface="Consolas"/>
              </a:rPr>
              <a:t>06/07 – </a:t>
            </a:r>
            <a:r>
              <a:rPr lang="pt-BR" sz="750" b="1" dirty="0">
                <a:solidFill>
                  <a:srgbClr val="FFFFFF"/>
                </a:solidFill>
                <a:latin typeface="Consolas"/>
              </a:rPr>
              <a:t>13/07</a:t>
            </a:r>
            <a:endParaRPr sz="750" b="1" i="0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346620" y="5298369"/>
            <a:ext cx="3387875" cy="889000"/>
          </a:xfrm>
          <a:prstGeom prst="rect">
            <a:avLst/>
          </a:prstGeom>
          <a:solidFill>
            <a:srgbClr val="FF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46620" y="5298369"/>
            <a:ext cx="3387875" cy="25400"/>
          </a:xfrm>
          <a:prstGeom prst="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22820" y="5393619"/>
            <a:ext cx="3260875" cy="8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123075"/>
                </a:solidFill>
                <a:latin typeface="Consolas"/>
              </a:rPr>
              <a:t>S10–S13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2820" y="5501569"/>
            <a:ext cx="3260875" cy="12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5" b="1" i="0">
                <a:solidFill>
                  <a:srgbClr val="1A1A1A"/>
                </a:solidFill>
                <a:latin typeface="Montserrat"/>
              </a:rPr>
              <a:t>RUN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2820" y="5666669"/>
            <a:ext cx="3260875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4A5568"/>
                </a:solidFill>
                <a:latin typeface="Inter"/>
              </a:rPr>
              <a:t>Hypercare e operação assistida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2820" y="6009569"/>
            <a:ext cx="32608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123075"/>
                </a:solidFill>
                <a:latin typeface="Consolas"/>
              </a:rPr>
              <a:t>13/07 – 07/08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08000" y="6540500"/>
            <a:ext cx="11175695" cy="0"/>
          </a:xfrm>
          <a:prstGeom prst="line">
            <a:avLst/>
          </a:prstGeom>
          <a:ln w="6350">
            <a:solidFill>
              <a:srgbClr val="E0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08000" y="66040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4A5568"/>
                </a:solidFill>
                <a:latin typeface="Consolas"/>
              </a:rPr>
              <a:t>Implementação SAP Ariba</a:t>
            </a:r>
          </a:p>
        </p:txBody>
      </p:sp>
      <p:pic>
        <p:nvPicPr>
          <p:cNvPr id="65" name="Imagem 64" descr="Placa de letreiro luminoso&#10;&#10;O conteúdo gerado por IA pode estar incorreto.">
            <a:extLst>
              <a:ext uri="{FF2B5EF4-FFF2-40B4-BE49-F238E27FC236}">
                <a16:creationId xmlns:a16="http://schemas.microsoft.com/office/drawing/2014/main" id="{393B9453-DEB4-B8F8-440A-DDD65D12AEE9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284974" y="506731"/>
            <a:ext cx="1398721" cy="326804"/>
          </a:xfrm>
          <a:prstGeom prst="rect">
            <a:avLst/>
          </a:prstGeom>
        </p:spPr>
      </p:pic>
      <p:sp>
        <p:nvSpPr>
          <p:cNvPr id="3" name="TextBox 35">
            <a:extLst>
              <a:ext uri="{FF2B5EF4-FFF2-40B4-BE49-F238E27FC236}">
                <a16:creationId xmlns:a16="http://schemas.microsoft.com/office/drawing/2014/main" id="{58E38F4D-6BFD-F014-2F82-EE619D42E871}"/>
              </a:ext>
            </a:extLst>
          </p:cNvPr>
          <p:cNvSpPr txBox="1"/>
          <p:nvPr/>
        </p:nvSpPr>
        <p:spPr>
          <a:xfrm>
            <a:off x="8508695" y="6604000"/>
            <a:ext cx="3175000" cy="141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25" b="0" i="0" dirty="0">
                <a:solidFill>
                  <a:srgbClr val="4A5568"/>
                </a:solidFill>
                <a:latin typeface="Consolas"/>
              </a:rPr>
              <a:t>EDF × Stratesys</a:t>
            </a:r>
          </a:p>
        </p:txBody>
      </p:sp>
      <p:cxnSp>
        <p:nvCxnSpPr>
          <p:cNvPr id="121" name="Straight Connector 18">
            <a:extLst>
              <a:ext uri="{FF2B5EF4-FFF2-40B4-BE49-F238E27FC236}">
                <a16:creationId xmlns:a16="http://schemas.microsoft.com/office/drawing/2014/main" id="{EBCB3ADF-0BB8-38C1-E07C-7EBE1763F7AD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auto">
          <a:xfrm flipH="1">
            <a:off x="1696410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8">
            <a:extLst>
              <a:ext uri="{FF2B5EF4-FFF2-40B4-BE49-F238E27FC236}">
                <a16:creationId xmlns:a16="http://schemas.microsoft.com/office/drawing/2014/main" id="{00402C90-D4DF-501A-24DD-F7EAFA4378E0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 flipH="1">
            <a:off x="2325998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8">
            <a:extLst>
              <a:ext uri="{FF2B5EF4-FFF2-40B4-BE49-F238E27FC236}">
                <a16:creationId xmlns:a16="http://schemas.microsoft.com/office/drawing/2014/main" id="{EAECE821-06CA-10FD-EF00-43ADC523DCA3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 flipH="1">
            <a:off x="2955586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1">
            <a:extLst>
              <a:ext uri="{FF2B5EF4-FFF2-40B4-BE49-F238E27FC236}">
                <a16:creationId xmlns:a16="http://schemas.microsoft.com/office/drawing/2014/main" id="{02E28328-5A68-A6E7-DE40-B5D73C477CAA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>
            <a:off x="1056000" y="5072478"/>
            <a:ext cx="10079999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701">
            <a:extLst>
              <a:ext uri="{FF2B5EF4-FFF2-40B4-BE49-F238E27FC236}">
                <a16:creationId xmlns:a16="http://schemas.microsoft.com/office/drawing/2014/main" id="{87B55D96-C34B-7624-E6F8-E9185A9CEE00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>
            <a:off x="11136000" y="2312405"/>
            <a:ext cx="0" cy="2700000"/>
          </a:xfrm>
          <a:prstGeom prst="line">
            <a:avLst/>
          </a:prstGeom>
          <a:ln w="317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Connector 612">
            <a:extLst>
              <a:ext uri="{FF2B5EF4-FFF2-40B4-BE49-F238E27FC236}">
                <a16:creationId xmlns:a16="http://schemas.microsoft.com/office/drawing/2014/main" id="{A3E97376-1130-3606-562E-C835031B24BD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 bwMode="auto">
          <a:xfrm>
            <a:off x="8621878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607">
            <a:extLst>
              <a:ext uri="{FF2B5EF4-FFF2-40B4-BE49-F238E27FC236}">
                <a16:creationId xmlns:a16="http://schemas.microsoft.com/office/drawing/2014/main" id="{6F6025B6-A6F7-D33D-02D9-7757F34C5424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3585174" y="2312405"/>
            <a:ext cx="0" cy="2700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609">
            <a:extLst>
              <a:ext uri="{FF2B5EF4-FFF2-40B4-BE49-F238E27FC236}">
                <a16:creationId xmlns:a16="http://schemas.microsoft.com/office/drawing/2014/main" id="{B4736989-21EF-C763-3936-12423D79D6D4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>
            <a:off x="6103526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8">
            <a:extLst>
              <a:ext uri="{FF2B5EF4-FFF2-40B4-BE49-F238E27FC236}">
                <a16:creationId xmlns:a16="http://schemas.microsoft.com/office/drawing/2014/main" id="{F59C8271-1A9F-1FAF-D142-8E912E0F7B0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 flipH="1">
            <a:off x="1066822" y="2312405"/>
            <a:ext cx="0" cy="2700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Rectangle 599">
            <a:extLst>
              <a:ext uri="{FF2B5EF4-FFF2-40B4-BE49-F238E27FC236}">
                <a16:creationId xmlns:a16="http://schemas.microsoft.com/office/drawing/2014/main" id="{D8B6DF9D-A4AC-A085-8C54-4D60E4330B0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056000" y="1886366"/>
            <a:ext cx="10080000" cy="209663"/>
          </a:xfrm>
          <a:prstGeom prst="rect">
            <a:avLst/>
          </a:prstGeom>
          <a:solidFill>
            <a:srgbClr val="0E3A81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997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2026</a:t>
            </a:r>
          </a:p>
        </p:txBody>
      </p:sp>
      <p:cxnSp>
        <p:nvCxnSpPr>
          <p:cNvPr id="131" name="Straight Connector 55">
            <a:extLst>
              <a:ext uri="{FF2B5EF4-FFF2-40B4-BE49-F238E27FC236}">
                <a16:creationId xmlns:a16="http://schemas.microsoft.com/office/drawing/2014/main" id="{ADB8CD32-9F8F-B9AD-4CB2-B57A0FC46F0F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 bwMode="auto">
          <a:xfrm>
            <a:off x="1085326" y="5007778"/>
            <a:ext cx="10050673" cy="0"/>
          </a:xfrm>
          <a:prstGeom prst="line">
            <a:avLst/>
          </a:prstGeom>
          <a:ln w="9525" cap="flat" cmpd="sng" algn="ctr">
            <a:solidFill>
              <a:schemeClr val="bg1">
                <a:lumMod val="85000"/>
              </a:scheme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Rectángulo: una sola esquina cortada 16">
            <a:extLst>
              <a:ext uri="{FF2B5EF4-FFF2-40B4-BE49-F238E27FC236}">
                <a16:creationId xmlns:a16="http://schemas.microsoft.com/office/drawing/2014/main" id="{1B1640E2-7CF2-FB6D-FED4-BE243CF6B577}"/>
              </a:ext>
            </a:extLst>
          </p:cNvPr>
          <p:cNvSpPr/>
          <p:nvPr/>
        </p:nvSpPr>
        <p:spPr bwMode="auto">
          <a:xfrm>
            <a:off x="1737885" y="2779181"/>
            <a:ext cx="563459" cy="299293"/>
          </a:xfrm>
          <a:prstGeom prst="roundRect">
            <a:avLst/>
          </a:prstGeom>
          <a:solidFill>
            <a:srgbClr val="0057B8"/>
          </a:solidFill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82913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725">
                <a:solidFill>
                  <a:srgbClr val="FFFFFF"/>
                </a:solidFill>
                <a:latin typeface="Arial"/>
                <a:sym typeface="Gill Sans" pitchFamily="34" charset="0"/>
              </a:rPr>
              <a:t>Prepare</a:t>
            </a:r>
            <a:endParaRPr lang="es-ES" sz="725">
              <a:solidFill>
                <a:srgbClr val="FFFFFF"/>
              </a:solidFill>
              <a:latin typeface="Gill Sans"/>
              <a:ea typeface="ヒラギノ角ゴ ProN W3"/>
              <a:sym typeface="Gill Sans" pitchFamily="34" charset="0"/>
            </a:endParaRPr>
          </a:p>
        </p:txBody>
      </p:sp>
      <p:sp>
        <p:nvSpPr>
          <p:cNvPr id="133" name="Rectángulo: una sola esquina cortada 16">
            <a:extLst>
              <a:ext uri="{FF2B5EF4-FFF2-40B4-BE49-F238E27FC236}">
                <a16:creationId xmlns:a16="http://schemas.microsoft.com/office/drawing/2014/main" id="{F1424222-ACF3-7F95-1348-DAA4B9679788}"/>
              </a:ext>
            </a:extLst>
          </p:cNvPr>
          <p:cNvSpPr/>
          <p:nvPr/>
        </p:nvSpPr>
        <p:spPr bwMode="auto">
          <a:xfrm>
            <a:off x="2324592" y="3084047"/>
            <a:ext cx="1257771" cy="299293"/>
          </a:xfrm>
          <a:prstGeom prst="roundRect">
            <a:avLst/>
          </a:prstGeom>
          <a:solidFill>
            <a:srgbClr val="0057B8"/>
          </a:solidFill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82913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725">
                <a:solidFill>
                  <a:srgbClr val="FFFFFF"/>
                </a:solidFill>
                <a:latin typeface="Arial"/>
                <a:sym typeface="Gill Sans" pitchFamily="34" charset="0"/>
              </a:rPr>
              <a:t>Explore</a:t>
            </a:r>
            <a:endParaRPr lang="es-ES" sz="725">
              <a:solidFill>
                <a:srgbClr val="FFFFFF"/>
              </a:solidFill>
              <a:latin typeface="Gill Sans"/>
              <a:ea typeface="ヒラギノ角ゴ ProN W3"/>
              <a:sym typeface="Gill Sans" pitchFamily="34" charset="0"/>
            </a:endParaRPr>
          </a:p>
        </p:txBody>
      </p:sp>
      <p:sp>
        <p:nvSpPr>
          <p:cNvPr id="134" name="Rectángulo: una sola esquina cortada 16">
            <a:extLst>
              <a:ext uri="{FF2B5EF4-FFF2-40B4-BE49-F238E27FC236}">
                <a16:creationId xmlns:a16="http://schemas.microsoft.com/office/drawing/2014/main" id="{229C3E7B-4F63-7034-5BC7-65B494E9FE95}"/>
              </a:ext>
            </a:extLst>
          </p:cNvPr>
          <p:cNvSpPr/>
          <p:nvPr/>
        </p:nvSpPr>
        <p:spPr bwMode="auto">
          <a:xfrm>
            <a:off x="5189751" y="3774418"/>
            <a:ext cx="285211" cy="299293"/>
          </a:xfrm>
          <a:prstGeom prst="roundRect">
            <a:avLst/>
          </a:prstGeom>
          <a:solidFill>
            <a:srgbClr val="0057B8"/>
          </a:solidFill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82913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725" dirty="0" err="1">
                <a:solidFill>
                  <a:srgbClr val="FFFFFF"/>
                </a:solidFill>
                <a:latin typeface="Arial"/>
                <a:sym typeface="Gill Sans" pitchFamily="34" charset="0"/>
              </a:rPr>
              <a:t>Trei</a:t>
            </a:r>
            <a:r>
              <a:rPr lang="es-ES" sz="725" dirty="0">
                <a:solidFill>
                  <a:srgbClr val="FFFFFF"/>
                </a:solidFill>
                <a:latin typeface="Arial"/>
                <a:sym typeface="Gill Sans" pitchFamily="34" charset="0"/>
              </a:rPr>
              <a:t>.</a:t>
            </a:r>
            <a:endParaRPr lang="es-ES" sz="725" dirty="0">
              <a:solidFill>
                <a:srgbClr val="FFFFFF"/>
              </a:solidFill>
              <a:latin typeface="Gill Sans"/>
              <a:ea typeface="ヒラギノ角ゴ ProN W3"/>
              <a:sym typeface="Gill Sans" pitchFamily="34" charset="0"/>
            </a:endParaRPr>
          </a:p>
        </p:txBody>
      </p:sp>
      <p:sp>
        <p:nvSpPr>
          <p:cNvPr id="135" name="Rectángulo: una sola esquina cortada 16">
            <a:extLst>
              <a:ext uri="{FF2B5EF4-FFF2-40B4-BE49-F238E27FC236}">
                <a16:creationId xmlns:a16="http://schemas.microsoft.com/office/drawing/2014/main" id="{9F42C7DF-863E-323C-C20A-34EBFBA2827F}"/>
              </a:ext>
            </a:extLst>
          </p:cNvPr>
          <p:cNvSpPr/>
          <p:nvPr/>
        </p:nvSpPr>
        <p:spPr bwMode="auto">
          <a:xfrm>
            <a:off x="6736904" y="4093594"/>
            <a:ext cx="623698" cy="299293"/>
          </a:xfrm>
          <a:prstGeom prst="roundRect">
            <a:avLst/>
          </a:prstGeom>
          <a:solidFill>
            <a:srgbClr val="0057B8"/>
          </a:solidFill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82913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725" err="1">
                <a:solidFill>
                  <a:srgbClr val="FFFFFF"/>
                </a:solidFill>
                <a:latin typeface="Arial"/>
                <a:sym typeface="Gill Sans" pitchFamily="34" charset="0"/>
              </a:rPr>
              <a:t>Deploy</a:t>
            </a:r>
            <a:endParaRPr lang="es-ES" sz="725">
              <a:solidFill>
                <a:srgbClr val="FFFFFF"/>
              </a:solidFill>
              <a:latin typeface="Gill Sans"/>
              <a:ea typeface="ヒラギノ角ゴ ProN W3"/>
              <a:sym typeface="Gill Sans" pitchFamily="34" charset="0"/>
            </a:endParaRPr>
          </a:p>
        </p:txBody>
      </p:sp>
      <p:cxnSp>
        <p:nvCxnSpPr>
          <p:cNvPr id="136" name="Straight Connector 18">
            <a:extLst>
              <a:ext uri="{FF2B5EF4-FFF2-40B4-BE49-F238E27FC236}">
                <a16:creationId xmlns:a16="http://schemas.microsoft.com/office/drawing/2014/main" id="{E22703C3-98CB-D651-8998-1836487FD75A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auto">
          <a:xfrm flipH="1">
            <a:off x="4214762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8">
            <a:extLst>
              <a:ext uri="{FF2B5EF4-FFF2-40B4-BE49-F238E27FC236}">
                <a16:creationId xmlns:a16="http://schemas.microsoft.com/office/drawing/2014/main" id="{44D39E3C-3EA1-16E3-900B-89A9AD421C25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4844350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8">
            <a:extLst>
              <a:ext uri="{FF2B5EF4-FFF2-40B4-BE49-F238E27FC236}">
                <a16:creationId xmlns:a16="http://schemas.microsoft.com/office/drawing/2014/main" id="{A5A16573-27ED-F531-6C59-B0B80BE63240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5473938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Rectángulo: una sola esquina cortada 16">
            <a:extLst>
              <a:ext uri="{FF2B5EF4-FFF2-40B4-BE49-F238E27FC236}">
                <a16:creationId xmlns:a16="http://schemas.microsoft.com/office/drawing/2014/main" id="{76CB04FD-5F0B-A3B1-57CD-085D2D9A8EF6}"/>
              </a:ext>
            </a:extLst>
          </p:cNvPr>
          <p:cNvSpPr/>
          <p:nvPr/>
        </p:nvSpPr>
        <p:spPr bwMode="auto">
          <a:xfrm>
            <a:off x="2962119" y="3428285"/>
            <a:ext cx="2497827" cy="299293"/>
          </a:xfrm>
          <a:prstGeom prst="roundRect">
            <a:avLst/>
          </a:prstGeom>
          <a:solidFill>
            <a:srgbClr val="0057B8"/>
          </a:solidFill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82913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725" err="1">
                <a:solidFill>
                  <a:srgbClr val="FFFFFF"/>
                </a:solidFill>
                <a:latin typeface="Arial"/>
                <a:sym typeface="Gill Sans" pitchFamily="34" charset="0"/>
              </a:rPr>
              <a:t>Realize-Setup</a:t>
            </a:r>
            <a:endParaRPr lang="es-ES" sz="725">
              <a:solidFill>
                <a:srgbClr val="FFFFFF"/>
              </a:solidFill>
              <a:latin typeface="Gill Sans"/>
              <a:ea typeface="ヒラギノ角ゴ ProN W3"/>
              <a:sym typeface="Gill Sans" pitchFamily="34" charset="0"/>
            </a:endParaRPr>
          </a:p>
        </p:txBody>
      </p:sp>
      <p:sp>
        <p:nvSpPr>
          <p:cNvPr id="140" name="Rectángulo: una sola esquina cortada 16">
            <a:extLst>
              <a:ext uri="{FF2B5EF4-FFF2-40B4-BE49-F238E27FC236}">
                <a16:creationId xmlns:a16="http://schemas.microsoft.com/office/drawing/2014/main" id="{83710906-0399-885B-DA59-95C75383D5DD}"/>
              </a:ext>
            </a:extLst>
          </p:cNvPr>
          <p:cNvSpPr/>
          <p:nvPr/>
        </p:nvSpPr>
        <p:spPr bwMode="auto">
          <a:xfrm>
            <a:off x="5472879" y="3775038"/>
            <a:ext cx="1226435" cy="299293"/>
          </a:xfrm>
          <a:prstGeom prst="roundRect">
            <a:avLst/>
          </a:prstGeom>
          <a:solidFill>
            <a:srgbClr val="0057B8"/>
          </a:solidFill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82913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725" err="1">
                <a:solidFill>
                  <a:srgbClr val="FFFFFF"/>
                </a:solidFill>
                <a:latin typeface="Arial"/>
                <a:sym typeface="Gill Sans" pitchFamily="34" charset="0"/>
              </a:rPr>
              <a:t>Realize</a:t>
            </a:r>
            <a:r>
              <a:rPr lang="es-ES" sz="725">
                <a:solidFill>
                  <a:srgbClr val="FFFFFF"/>
                </a:solidFill>
                <a:latin typeface="Arial"/>
                <a:sym typeface="Gill Sans" pitchFamily="34" charset="0"/>
              </a:rPr>
              <a:t>-UAT</a:t>
            </a:r>
            <a:endParaRPr lang="es-ES" sz="725">
              <a:solidFill>
                <a:srgbClr val="FFFFFF"/>
              </a:solidFill>
              <a:latin typeface="Gill Sans"/>
              <a:ea typeface="ヒラギノ角ゴ ProN W3"/>
              <a:sym typeface="Gill Sans" pitchFamily="34" charset="0"/>
            </a:endParaRPr>
          </a:p>
        </p:txBody>
      </p:sp>
      <p:cxnSp>
        <p:nvCxnSpPr>
          <p:cNvPr id="141" name="Straight Connector 18">
            <a:extLst>
              <a:ext uri="{FF2B5EF4-FFF2-40B4-BE49-F238E27FC236}">
                <a16:creationId xmlns:a16="http://schemas.microsoft.com/office/drawing/2014/main" id="{E87921D2-0A1A-8C03-CB58-0045CCDA69A1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auto">
          <a:xfrm flipH="1">
            <a:off x="6733114" y="2312405"/>
            <a:ext cx="0" cy="2700000"/>
          </a:xfrm>
          <a:prstGeom prst="line">
            <a:avLst/>
          </a:prstGeom>
          <a:ln w="317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8">
            <a:extLst>
              <a:ext uri="{FF2B5EF4-FFF2-40B4-BE49-F238E27FC236}">
                <a16:creationId xmlns:a16="http://schemas.microsoft.com/office/drawing/2014/main" id="{D049F7B1-FD27-C1AA-F909-C6EE2450A4FD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 flipH="1">
            <a:off x="7362702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8">
            <a:extLst>
              <a:ext uri="{FF2B5EF4-FFF2-40B4-BE49-F238E27FC236}">
                <a16:creationId xmlns:a16="http://schemas.microsoft.com/office/drawing/2014/main" id="{9B977DF1-65B0-19BC-F63A-5BC9221B775E}"/>
              </a:ext>
            </a:extLst>
          </p:cNvPr>
          <p:cNvCxnSpPr>
            <a:cxnSpLocks/>
          </p:cNvCxnSpPr>
          <p:nvPr>
            <p:custDataLst>
              <p:tags r:id="rId17"/>
            </p:custDataLst>
          </p:nvPr>
        </p:nvCxnSpPr>
        <p:spPr bwMode="auto">
          <a:xfrm flipH="1">
            <a:off x="7992290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Rectangle 592">
            <a:extLst>
              <a:ext uri="{FF2B5EF4-FFF2-40B4-BE49-F238E27FC236}">
                <a16:creationId xmlns:a16="http://schemas.microsoft.com/office/drawing/2014/main" id="{4ACB9D2D-EF02-7BD9-2C91-E01668883824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065545" y="2115298"/>
            <a:ext cx="252000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907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Maio</a:t>
            </a:r>
          </a:p>
        </p:txBody>
      </p:sp>
      <p:sp>
        <p:nvSpPr>
          <p:cNvPr id="145" name="Rectangle 593">
            <a:extLst>
              <a:ext uri="{FF2B5EF4-FFF2-40B4-BE49-F238E27FC236}">
                <a16:creationId xmlns:a16="http://schemas.microsoft.com/office/drawing/2014/main" id="{04D41EA5-CED0-5ADC-76BB-479B23DC3661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590500" y="2115298"/>
            <a:ext cx="3134609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</a:pPr>
            <a:r>
              <a:rPr lang="pt-BR" sz="907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Junho</a:t>
            </a:r>
          </a:p>
        </p:txBody>
      </p:sp>
      <p:sp>
        <p:nvSpPr>
          <p:cNvPr id="146" name="Rectangle 594">
            <a:extLst>
              <a:ext uri="{FF2B5EF4-FFF2-40B4-BE49-F238E27FC236}">
                <a16:creationId xmlns:a16="http://schemas.microsoft.com/office/drawing/2014/main" id="{FD1334D0-E22D-55A0-ED85-ECB092F81F6B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730064" y="2115298"/>
            <a:ext cx="2506328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</a:pPr>
            <a:r>
              <a:rPr lang="pt-BR" altLang="en-US" sz="907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Julho</a:t>
            </a:r>
            <a:endParaRPr lang="pt-BR" sz="907" b="1">
              <a:solidFill>
                <a:srgbClr val="FFFFFF"/>
              </a:solidFill>
              <a:latin typeface="IBM Plex Sans" panose="020B0503050203000203" pitchFamily="34" charset="0"/>
              <a:ea typeface="ヒラギノ角ゴ ProN W3"/>
              <a:sym typeface="Gill Sans" charset="0"/>
            </a:endParaRPr>
          </a:p>
        </p:txBody>
      </p:sp>
      <p:cxnSp>
        <p:nvCxnSpPr>
          <p:cNvPr id="147" name="Straight Connector 18">
            <a:extLst>
              <a:ext uri="{FF2B5EF4-FFF2-40B4-BE49-F238E27FC236}">
                <a16:creationId xmlns:a16="http://schemas.microsoft.com/office/drawing/2014/main" id="{F3BE39DA-9B60-A093-53F3-F5AC3C2B9982}"/>
              </a:ext>
            </a:extLst>
          </p:cNvPr>
          <p:cNvCxnSpPr>
            <a:cxnSpLocks/>
          </p:cNvCxnSpPr>
          <p:nvPr>
            <p:custDataLst>
              <p:tags r:id="rId21"/>
            </p:custDataLst>
          </p:nvPr>
        </p:nvCxnSpPr>
        <p:spPr bwMode="auto">
          <a:xfrm flipH="1">
            <a:off x="9250409" y="2312405"/>
            <a:ext cx="0" cy="2700000"/>
          </a:xfrm>
          <a:prstGeom prst="line">
            <a:avLst/>
          </a:prstGeom>
          <a:ln w="317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Straight Connector 18">
            <a:extLst>
              <a:ext uri="{FF2B5EF4-FFF2-40B4-BE49-F238E27FC236}">
                <a16:creationId xmlns:a16="http://schemas.microsoft.com/office/drawing/2014/main" id="{2CC88F1D-228F-80B5-2555-AFBDBEBF00B1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 bwMode="auto">
          <a:xfrm flipH="1">
            <a:off x="9878940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8">
            <a:extLst>
              <a:ext uri="{FF2B5EF4-FFF2-40B4-BE49-F238E27FC236}">
                <a16:creationId xmlns:a16="http://schemas.microsoft.com/office/drawing/2014/main" id="{48BFBA3B-419F-6104-B1A3-49241052910A}"/>
              </a:ext>
            </a:extLst>
          </p:cNvPr>
          <p:cNvCxnSpPr>
            <a:cxnSpLocks/>
          </p:cNvCxnSpPr>
          <p:nvPr>
            <p:custDataLst>
              <p:tags r:id="rId23"/>
            </p:custDataLst>
          </p:nvPr>
        </p:nvCxnSpPr>
        <p:spPr bwMode="auto">
          <a:xfrm flipH="1">
            <a:off x="10507471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Rectangle 595">
            <a:extLst>
              <a:ext uri="{FF2B5EF4-FFF2-40B4-BE49-F238E27FC236}">
                <a16:creationId xmlns:a16="http://schemas.microsoft.com/office/drawing/2014/main" id="{FAC1039B-9718-88EB-9383-6D78D09A471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9241348" y="2115298"/>
            <a:ext cx="1894651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n-US" sz="907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Agosto</a:t>
            </a:r>
            <a:endParaRPr lang="en-GB" sz="907" b="1">
              <a:solidFill>
                <a:srgbClr val="FFFFFF"/>
              </a:solidFill>
              <a:latin typeface="IBM Plex Sans" panose="020B0503050203000203" pitchFamily="34" charset="0"/>
              <a:ea typeface="ヒラギノ角ゴ ProN W3"/>
              <a:sym typeface="Gill Sans" charset="0"/>
            </a:endParaRPr>
          </a:p>
        </p:txBody>
      </p:sp>
      <p:grpSp>
        <p:nvGrpSpPr>
          <p:cNvPr id="151" name="Agrupar 150">
            <a:extLst>
              <a:ext uri="{FF2B5EF4-FFF2-40B4-BE49-F238E27FC236}">
                <a16:creationId xmlns:a16="http://schemas.microsoft.com/office/drawing/2014/main" id="{80FCB836-7782-73FB-7369-17D841413F9E}"/>
              </a:ext>
            </a:extLst>
          </p:cNvPr>
          <p:cNvGrpSpPr/>
          <p:nvPr/>
        </p:nvGrpSpPr>
        <p:grpSpPr>
          <a:xfrm>
            <a:off x="6903107" y="3328612"/>
            <a:ext cx="999482" cy="1024736"/>
            <a:chOff x="10468512" y="1798455"/>
            <a:chExt cx="746569" cy="765432"/>
          </a:xfrm>
        </p:grpSpPr>
        <p:grpSp>
          <p:nvGrpSpPr>
            <p:cNvPr id="152" name="Agrupar 151">
              <a:extLst>
                <a:ext uri="{FF2B5EF4-FFF2-40B4-BE49-F238E27FC236}">
                  <a16:creationId xmlns:a16="http://schemas.microsoft.com/office/drawing/2014/main" id="{6B621BD4-C5F9-2F2E-9309-0F9AB8DA5495}"/>
                </a:ext>
              </a:extLst>
            </p:cNvPr>
            <p:cNvGrpSpPr/>
            <p:nvPr/>
          </p:nvGrpSpPr>
          <p:grpSpPr>
            <a:xfrm>
              <a:off x="10706114" y="1950986"/>
              <a:ext cx="282198" cy="612901"/>
              <a:chOff x="9239506" y="2330284"/>
              <a:chExt cx="342536" cy="794818"/>
            </a:xfrm>
          </p:grpSpPr>
          <p:cxnSp>
            <p:nvCxnSpPr>
              <p:cNvPr id="154" name="Straight Connector 711">
                <a:extLst>
                  <a:ext uri="{FF2B5EF4-FFF2-40B4-BE49-F238E27FC236}">
                    <a16:creationId xmlns:a16="http://schemas.microsoft.com/office/drawing/2014/main" id="{8E463D1E-00D9-EAD3-8F3D-9EDF8AFEDB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410405" y="2464622"/>
                <a:ext cx="369" cy="660480"/>
              </a:xfrm>
              <a:prstGeom prst="lin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rgbClr val="001F3F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Star: 5 Points 712">
                <a:extLst>
                  <a:ext uri="{FF2B5EF4-FFF2-40B4-BE49-F238E27FC236}">
                    <a16:creationId xmlns:a16="http://schemas.microsoft.com/office/drawing/2014/main" id="{D2ED64F3-B292-89D7-6A4D-8860A3BB0D55}"/>
                  </a:ext>
                </a:extLst>
              </p:cNvPr>
              <p:cNvSpPr/>
              <p:nvPr/>
            </p:nvSpPr>
            <p:spPr>
              <a:xfrm>
                <a:off x="9239506" y="2330284"/>
                <a:ext cx="342536" cy="317823"/>
              </a:xfrm>
              <a:prstGeom prst="star5">
                <a:avLst>
                  <a:gd name="adj" fmla="val 19495"/>
                  <a:gd name="hf" fmla="val 105146"/>
                  <a:gd name="vf" fmla="val 110557"/>
                </a:avLst>
              </a:prstGeom>
              <a:solidFill>
                <a:srgbClr val="F4D03F"/>
              </a:solidFill>
              <a:ln w="9525"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29119">
                  <a:defRPr/>
                </a:pPr>
                <a:endParaRPr lang="en-GB" sz="544">
                  <a:solidFill>
                    <a:prstClr val="white"/>
                  </a:solidFill>
                  <a:latin typeface="Avannt"/>
                  <a:ea typeface="ヒラギノ角ゴ ProN W3"/>
                  <a:sym typeface="Gill Sans" charset="0"/>
                </a:endParaRPr>
              </a:p>
            </p:txBody>
          </p:sp>
        </p:grpSp>
        <p:sp>
          <p:nvSpPr>
            <p:cNvPr id="153" name="CaixaDeTexto 152">
              <a:extLst>
                <a:ext uri="{FF2B5EF4-FFF2-40B4-BE49-F238E27FC236}">
                  <a16:creationId xmlns:a16="http://schemas.microsoft.com/office/drawing/2014/main" id="{6847EC0C-8348-CD5A-31C3-F992E68EFF2C}"/>
                </a:ext>
              </a:extLst>
            </p:cNvPr>
            <p:cNvSpPr txBox="1"/>
            <p:nvPr/>
          </p:nvSpPr>
          <p:spPr>
            <a:xfrm>
              <a:off x="10468512" y="1798455"/>
              <a:ext cx="746569" cy="16274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 defTabSz="82911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sz="816" b="1">
                  <a:solidFill>
                    <a:srgbClr val="001F3F"/>
                  </a:solidFill>
                  <a:latin typeface="IBM Plex Sans" panose="020B0503050203000203" pitchFamily="34" charset="0"/>
                  <a:ea typeface="ヒラギノ角ゴ ProN W3" charset="-128"/>
                  <a:sym typeface="Gill Sans" charset="0"/>
                </a:rPr>
                <a:t>Go-Live</a:t>
              </a:r>
            </a:p>
          </p:txBody>
        </p:sp>
      </p:grpSp>
      <p:sp>
        <p:nvSpPr>
          <p:cNvPr id="156" name="Rectangle 592">
            <a:extLst>
              <a:ext uri="{FF2B5EF4-FFF2-40B4-BE49-F238E27FC236}">
                <a16:creationId xmlns:a16="http://schemas.microsoft.com/office/drawing/2014/main" id="{6BB7883B-2370-5725-BA08-B116809926AA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1696630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S1 - 11/05</a:t>
            </a:r>
          </a:p>
        </p:txBody>
      </p:sp>
      <p:sp>
        <p:nvSpPr>
          <p:cNvPr id="157" name="Rectangle 592">
            <a:extLst>
              <a:ext uri="{FF2B5EF4-FFF2-40B4-BE49-F238E27FC236}">
                <a16:creationId xmlns:a16="http://schemas.microsoft.com/office/drawing/2014/main" id="{F6474744-4CAE-B85F-A54A-C01ED595FDE0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2326623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S2 - 18/05</a:t>
            </a:r>
          </a:p>
        </p:txBody>
      </p:sp>
      <p:sp>
        <p:nvSpPr>
          <p:cNvPr id="158" name="Rectangle 592">
            <a:extLst>
              <a:ext uri="{FF2B5EF4-FFF2-40B4-BE49-F238E27FC236}">
                <a16:creationId xmlns:a16="http://schemas.microsoft.com/office/drawing/2014/main" id="{09BCF0F5-43B2-9CD3-C911-F70B5D739165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2956616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S3 - 25/05</a:t>
            </a:r>
          </a:p>
        </p:txBody>
      </p:sp>
      <p:sp>
        <p:nvSpPr>
          <p:cNvPr id="159" name="Rectangle 592">
            <a:extLst>
              <a:ext uri="{FF2B5EF4-FFF2-40B4-BE49-F238E27FC236}">
                <a16:creationId xmlns:a16="http://schemas.microsoft.com/office/drawing/2014/main" id="{FA653EE2-0D84-8169-ADA9-6EA243ABD349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586609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S4 – 01/06</a:t>
            </a:r>
          </a:p>
        </p:txBody>
      </p:sp>
      <p:sp>
        <p:nvSpPr>
          <p:cNvPr id="160" name="Rectangle 592">
            <a:extLst>
              <a:ext uri="{FF2B5EF4-FFF2-40B4-BE49-F238E27FC236}">
                <a16:creationId xmlns:a16="http://schemas.microsoft.com/office/drawing/2014/main" id="{AB1FA7E0-0403-0C5D-D991-9222B5C4AA53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1066637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-</a:t>
            </a:r>
          </a:p>
        </p:txBody>
      </p:sp>
      <p:sp>
        <p:nvSpPr>
          <p:cNvPr id="161" name="Rectangle 592">
            <a:extLst>
              <a:ext uri="{FF2B5EF4-FFF2-40B4-BE49-F238E27FC236}">
                <a16:creationId xmlns:a16="http://schemas.microsoft.com/office/drawing/2014/main" id="{5EA4FF4C-CDD2-B111-5A93-E3D30B2C555C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4216602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S5 – 08/06</a:t>
            </a:r>
          </a:p>
        </p:txBody>
      </p:sp>
      <p:sp>
        <p:nvSpPr>
          <p:cNvPr id="162" name="Rectangle 592">
            <a:extLst>
              <a:ext uri="{FF2B5EF4-FFF2-40B4-BE49-F238E27FC236}">
                <a16:creationId xmlns:a16="http://schemas.microsoft.com/office/drawing/2014/main" id="{4D5DA830-240F-CDE7-6AF6-20955E0C4934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846595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S6 – 15/06</a:t>
            </a:r>
          </a:p>
        </p:txBody>
      </p:sp>
      <p:sp>
        <p:nvSpPr>
          <p:cNvPr id="163" name="Rectangle 592">
            <a:extLst>
              <a:ext uri="{FF2B5EF4-FFF2-40B4-BE49-F238E27FC236}">
                <a16:creationId xmlns:a16="http://schemas.microsoft.com/office/drawing/2014/main" id="{318966B5-7349-0D19-E7F0-EC57E9AC4A78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5476588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S7 – 22/06</a:t>
            </a:r>
          </a:p>
        </p:txBody>
      </p:sp>
      <p:sp>
        <p:nvSpPr>
          <p:cNvPr id="164" name="Rectangle 592">
            <a:extLst>
              <a:ext uri="{FF2B5EF4-FFF2-40B4-BE49-F238E27FC236}">
                <a16:creationId xmlns:a16="http://schemas.microsoft.com/office/drawing/2014/main" id="{F9AC2AFA-7A84-B1A7-5B82-6E02A4824924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6106581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S8 – 29/06</a:t>
            </a:r>
          </a:p>
        </p:txBody>
      </p:sp>
      <p:sp>
        <p:nvSpPr>
          <p:cNvPr id="165" name="Rectangle 592">
            <a:extLst>
              <a:ext uri="{FF2B5EF4-FFF2-40B4-BE49-F238E27FC236}">
                <a16:creationId xmlns:a16="http://schemas.microsoft.com/office/drawing/2014/main" id="{8090B39F-A022-36B9-8ED5-5557C594BADD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6736574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S9 – 06/07</a:t>
            </a:r>
          </a:p>
        </p:txBody>
      </p:sp>
      <p:sp>
        <p:nvSpPr>
          <p:cNvPr id="166" name="Rectangle 592">
            <a:extLst>
              <a:ext uri="{FF2B5EF4-FFF2-40B4-BE49-F238E27FC236}">
                <a16:creationId xmlns:a16="http://schemas.microsoft.com/office/drawing/2014/main" id="{CDAD66BF-48FF-087D-6F3B-CECD4C00AD83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7366567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S10 – 13/07</a:t>
            </a:r>
          </a:p>
        </p:txBody>
      </p:sp>
      <p:sp>
        <p:nvSpPr>
          <p:cNvPr id="167" name="Rectangle 592">
            <a:extLst>
              <a:ext uri="{FF2B5EF4-FFF2-40B4-BE49-F238E27FC236}">
                <a16:creationId xmlns:a16="http://schemas.microsoft.com/office/drawing/2014/main" id="{C6861CCC-C501-9E07-5038-B35EE0E6D9CE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7996560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S11 – 20/07</a:t>
            </a:r>
          </a:p>
        </p:txBody>
      </p:sp>
      <p:sp>
        <p:nvSpPr>
          <p:cNvPr id="168" name="Rectangle 592">
            <a:extLst>
              <a:ext uri="{FF2B5EF4-FFF2-40B4-BE49-F238E27FC236}">
                <a16:creationId xmlns:a16="http://schemas.microsoft.com/office/drawing/2014/main" id="{DC97C938-8D6B-1A19-B353-9A29A1883EEC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8626553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S12 – 27/07</a:t>
            </a:r>
          </a:p>
        </p:txBody>
      </p:sp>
      <p:sp>
        <p:nvSpPr>
          <p:cNvPr id="169" name="Rectangle 592">
            <a:extLst>
              <a:ext uri="{FF2B5EF4-FFF2-40B4-BE49-F238E27FC236}">
                <a16:creationId xmlns:a16="http://schemas.microsoft.com/office/drawing/2014/main" id="{10DA3F0C-4C2E-85C6-A668-305BAB2DB52B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9256546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S13 – 03/08</a:t>
            </a:r>
          </a:p>
        </p:txBody>
      </p:sp>
      <p:sp>
        <p:nvSpPr>
          <p:cNvPr id="170" name="Rectangle 592">
            <a:extLst>
              <a:ext uri="{FF2B5EF4-FFF2-40B4-BE49-F238E27FC236}">
                <a16:creationId xmlns:a16="http://schemas.microsoft.com/office/drawing/2014/main" id="{72E5B54C-06DE-6B71-240F-A94AFA265F02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9886539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-</a:t>
            </a:r>
          </a:p>
        </p:txBody>
      </p:sp>
      <p:sp>
        <p:nvSpPr>
          <p:cNvPr id="171" name="Rectangle 592">
            <a:extLst>
              <a:ext uri="{FF2B5EF4-FFF2-40B4-BE49-F238E27FC236}">
                <a16:creationId xmlns:a16="http://schemas.microsoft.com/office/drawing/2014/main" id="{F254E8CD-DDFA-6104-96E3-97851FE4045E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10516530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-</a:t>
            </a:r>
          </a:p>
        </p:txBody>
      </p:sp>
      <p:sp>
        <p:nvSpPr>
          <p:cNvPr id="172" name="Rectángulo: una sola esquina cortada 16">
            <a:extLst>
              <a:ext uri="{FF2B5EF4-FFF2-40B4-BE49-F238E27FC236}">
                <a16:creationId xmlns:a16="http://schemas.microsoft.com/office/drawing/2014/main" id="{8F7C7FCC-17B1-E719-59C7-A307B33C3EF2}"/>
              </a:ext>
            </a:extLst>
          </p:cNvPr>
          <p:cNvSpPr/>
          <p:nvPr/>
        </p:nvSpPr>
        <p:spPr bwMode="auto">
          <a:xfrm>
            <a:off x="7370918" y="4395029"/>
            <a:ext cx="2499648" cy="299293"/>
          </a:xfrm>
          <a:prstGeom prst="roundRect">
            <a:avLst/>
          </a:prstGeom>
          <a:solidFill>
            <a:srgbClr val="0057B8"/>
          </a:solidFill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82913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725">
                <a:solidFill>
                  <a:srgbClr val="FFFFFF"/>
                </a:solidFill>
                <a:latin typeface="Arial"/>
                <a:sym typeface="Gill Sans" pitchFamily="34" charset="0"/>
              </a:rPr>
              <a:t>Run/</a:t>
            </a:r>
            <a:r>
              <a:rPr lang="es-ES" sz="725" err="1">
                <a:solidFill>
                  <a:srgbClr val="FFFFFF"/>
                </a:solidFill>
                <a:latin typeface="Arial"/>
                <a:sym typeface="Gill Sans" pitchFamily="34" charset="0"/>
              </a:rPr>
              <a:t>Hypercare</a:t>
            </a:r>
            <a:endParaRPr lang="es-ES" sz="725">
              <a:solidFill>
                <a:srgbClr val="FFFFFF"/>
              </a:solidFill>
              <a:latin typeface="Gill Sans"/>
              <a:ea typeface="ヒラギノ角ゴ ProN W3"/>
              <a:sym typeface="Gill Sans" pitchFamily="34" charset="0"/>
            </a:endParaRPr>
          </a:p>
        </p:txBody>
      </p:sp>
      <p:grpSp>
        <p:nvGrpSpPr>
          <p:cNvPr id="173" name="Agrupar 172">
            <a:extLst>
              <a:ext uri="{FF2B5EF4-FFF2-40B4-BE49-F238E27FC236}">
                <a16:creationId xmlns:a16="http://schemas.microsoft.com/office/drawing/2014/main" id="{D27B9ACA-FB9F-2B0B-B8BB-0A97CF083981}"/>
              </a:ext>
            </a:extLst>
          </p:cNvPr>
          <p:cNvGrpSpPr/>
          <p:nvPr/>
        </p:nvGrpSpPr>
        <p:grpSpPr>
          <a:xfrm>
            <a:off x="2876669" y="2515293"/>
            <a:ext cx="252233" cy="2492483"/>
            <a:chOff x="1200214" y="941766"/>
            <a:chExt cx="278157" cy="2402984"/>
          </a:xfrm>
          <a:solidFill>
            <a:srgbClr val="0E3A81"/>
          </a:solidFill>
        </p:grpSpPr>
        <p:cxnSp>
          <p:nvCxnSpPr>
            <p:cNvPr id="174" name="Straight Arrow Connector 197">
              <a:extLst>
                <a:ext uri="{FF2B5EF4-FFF2-40B4-BE49-F238E27FC236}">
                  <a16:creationId xmlns:a16="http://schemas.microsoft.com/office/drawing/2014/main" id="{D09887B1-48A0-71C7-DB50-9F6AFC3B80DD}"/>
                </a:ext>
              </a:extLst>
            </p:cNvPr>
            <p:cNvCxnSpPr>
              <a:cxnSpLocks/>
            </p:cNvCxnSpPr>
            <p:nvPr/>
          </p:nvCxnSpPr>
          <p:spPr>
            <a:xfrm>
              <a:off x="1341620" y="1183481"/>
              <a:ext cx="0" cy="2161269"/>
            </a:xfrm>
            <a:prstGeom prst="straightConnector1">
              <a:avLst/>
            </a:prstGeom>
            <a:grpFill/>
            <a:ln w="190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175" name="Gráfico 174" descr="Marcador com preenchimento sólido">
              <a:extLst>
                <a:ext uri="{FF2B5EF4-FFF2-40B4-BE49-F238E27FC236}">
                  <a16:creationId xmlns:a16="http://schemas.microsoft.com/office/drawing/2014/main" id="{89401EFF-2C31-5AD8-78CA-6A81336DFD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1200214" y="941766"/>
              <a:ext cx="278157" cy="278157"/>
            </a:xfrm>
            <a:prstGeom prst="rect">
              <a:avLst/>
            </a:prstGeom>
          </p:spPr>
        </p:pic>
      </p:grpSp>
      <p:sp>
        <p:nvSpPr>
          <p:cNvPr id="176" name="Google Shape;364;p3">
            <a:extLst>
              <a:ext uri="{FF2B5EF4-FFF2-40B4-BE49-F238E27FC236}">
                <a16:creationId xmlns:a16="http://schemas.microsoft.com/office/drawing/2014/main" id="{4891C35A-B111-0899-728E-655FD96C3E97}"/>
              </a:ext>
            </a:extLst>
          </p:cNvPr>
          <p:cNvSpPr/>
          <p:nvPr/>
        </p:nvSpPr>
        <p:spPr>
          <a:xfrm>
            <a:off x="1090071" y="2565988"/>
            <a:ext cx="592348" cy="2441790"/>
          </a:xfrm>
          <a:prstGeom prst="roundRect">
            <a:avLst>
              <a:gd name="adj" fmla="val 10191"/>
            </a:avLst>
          </a:prstGeom>
          <a:solidFill>
            <a:srgbClr val="D8D8D8">
              <a:alpha val="600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buClr>
                <a:srgbClr val="000000"/>
              </a:buClr>
              <a:buSzPts val="476"/>
            </a:pPr>
            <a:endParaRPr sz="635">
              <a:solidFill>
                <a:schemeClr val="tx1">
                  <a:lumMod val="50000"/>
                  <a:lumOff val="50000"/>
                </a:schemeClr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7" name="Google Shape;364;p3">
            <a:extLst>
              <a:ext uri="{FF2B5EF4-FFF2-40B4-BE49-F238E27FC236}">
                <a16:creationId xmlns:a16="http://schemas.microsoft.com/office/drawing/2014/main" id="{1D6A7AF0-713E-6C89-0E2A-E5A52B27D0BB}"/>
              </a:ext>
            </a:extLst>
          </p:cNvPr>
          <p:cNvSpPr/>
          <p:nvPr/>
        </p:nvSpPr>
        <p:spPr>
          <a:xfrm>
            <a:off x="9906062" y="2565988"/>
            <a:ext cx="1219413" cy="2441790"/>
          </a:xfrm>
          <a:prstGeom prst="roundRect">
            <a:avLst>
              <a:gd name="adj" fmla="val 3942"/>
            </a:avLst>
          </a:prstGeom>
          <a:solidFill>
            <a:srgbClr val="D8D8D8">
              <a:alpha val="600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buClr>
                <a:srgbClr val="000000"/>
              </a:buClr>
              <a:buSzPts val="476"/>
            </a:pPr>
            <a:endParaRPr sz="635">
              <a:solidFill>
                <a:schemeClr val="tx1">
                  <a:lumMod val="50000"/>
                  <a:lumOff val="50000"/>
                </a:schemeClr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17">
            <a:extLst>
              <a:ext uri="{FF2B5EF4-FFF2-40B4-BE49-F238E27FC236}">
                <a16:creationId xmlns:a16="http://schemas.microsoft.com/office/drawing/2014/main" id="{5A10DFA6-F37A-3AA0-9084-C28B286835FB}"/>
              </a:ext>
            </a:extLst>
          </p:cNvPr>
          <p:cNvSpPr/>
          <p:nvPr/>
        </p:nvSpPr>
        <p:spPr>
          <a:xfrm>
            <a:off x="4260000" y="2283877"/>
            <a:ext cx="3672000" cy="2426738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>
              <a:latin typeface="Inter"/>
            </a:endParaRPr>
          </a:p>
        </p:txBody>
      </p:sp>
      <p:sp>
        <p:nvSpPr>
          <p:cNvPr id="74" name="Shape 17">
            <a:extLst>
              <a:ext uri="{FF2B5EF4-FFF2-40B4-BE49-F238E27FC236}">
                <a16:creationId xmlns:a16="http://schemas.microsoft.com/office/drawing/2014/main" id="{15392E63-55B0-652C-BF0B-F4AD9F23C6E4}"/>
              </a:ext>
            </a:extLst>
          </p:cNvPr>
          <p:cNvSpPr/>
          <p:nvPr/>
        </p:nvSpPr>
        <p:spPr>
          <a:xfrm>
            <a:off x="8134229" y="2274554"/>
            <a:ext cx="3672000" cy="2426738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>
              <a:latin typeface="Inter"/>
            </a:endParaRPr>
          </a:p>
        </p:txBody>
      </p:sp>
      <p:pic>
        <p:nvPicPr>
          <p:cNvPr id="2" name="Picture 1" descr="EDF_csm_logo_edf_power_solutions_RGB_e65b955a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77800"/>
            <a:ext cx="1241778" cy="698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772066"/>
            <a:ext cx="11175695" cy="40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2400" b="1" i="0" dirty="0">
                <a:solidFill>
                  <a:srgbClr val="1A1A1A"/>
                </a:solidFill>
                <a:latin typeface="Montserrat"/>
              </a:rPr>
              <a:t>Status Report - Implementação SAP </a:t>
            </a:r>
            <a:r>
              <a:rPr lang="pt-BR" sz="2400" b="1" i="0" dirty="0" err="1">
                <a:solidFill>
                  <a:srgbClr val="1A1A1A"/>
                </a:solidFill>
                <a:latin typeface="Montserrat"/>
              </a:rPr>
              <a:t>Ariba</a:t>
            </a:r>
            <a:endParaRPr sz="2400" b="1" i="0" dirty="0">
              <a:solidFill>
                <a:srgbClr val="1A1A1A"/>
              </a:solidFill>
              <a:latin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8000" y="1112123"/>
            <a:ext cx="11175695" cy="2326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350" b="0" i="0" dirty="0">
                <a:solidFill>
                  <a:srgbClr val="4A5568"/>
                </a:solidFill>
                <a:latin typeface="Inter"/>
              </a:rPr>
              <a:t>Visão geral do progresso do projeto</a:t>
            </a:r>
            <a:endParaRPr sz="1350" b="0" i="0" dirty="0">
              <a:solidFill>
                <a:srgbClr val="4A5568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8000" y="1366123"/>
            <a:ext cx="406400" cy="25400"/>
          </a:xfrm>
          <a:prstGeom prst="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08000" y="6540500"/>
            <a:ext cx="11175695" cy="0"/>
          </a:xfrm>
          <a:prstGeom prst="line">
            <a:avLst/>
          </a:prstGeom>
          <a:ln w="6350">
            <a:solidFill>
              <a:srgbClr val="E0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8000" y="66040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4A5568"/>
                </a:solidFill>
                <a:latin typeface="Consolas"/>
              </a:rPr>
              <a:t>Implementação SAP Ariba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8695" y="6604000"/>
            <a:ext cx="3175000" cy="141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25" b="0" i="0" dirty="0">
                <a:solidFill>
                  <a:srgbClr val="4A5568"/>
                </a:solidFill>
                <a:latin typeface="Consolas"/>
              </a:rPr>
              <a:t>EDF × Stratesys</a:t>
            </a:r>
          </a:p>
        </p:txBody>
      </p:sp>
      <p:pic>
        <p:nvPicPr>
          <p:cNvPr id="8" name="Imagem 7" descr="Placa de letreiro luminoso&#10;&#10;O conteúdo gerado por IA pode estar incorreto.">
            <a:extLst>
              <a:ext uri="{FF2B5EF4-FFF2-40B4-BE49-F238E27FC236}">
                <a16:creationId xmlns:a16="http://schemas.microsoft.com/office/drawing/2014/main" id="{371EEFDF-42F5-DF0F-9024-0C78496A2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4974" y="506731"/>
            <a:ext cx="1398721" cy="326804"/>
          </a:xfrm>
          <a:prstGeom prst="rect">
            <a:avLst/>
          </a:prstGeom>
        </p:spPr>
      </p:pic>
      <p:sp>
        <p:nvSpPr>
          <p:cNvPr id="32" name="Shape 17">
            <a:extLst>
              <a:ext uri="{FF2B5EF4-FFF2-40B4-BE49-F238E27FC236}">
                <a16:creationId xmlns:a16="http://schemas.microsoft.com/office/drawing/2014/main" id="{27D63203-CDEE-0880-4072-9129BE556921}"/>
              </a:ext>
            </a:extLst>
          </p:cNvPr>
          <p:cNvSpPr/>
          <p:nvPr/>
        </p:nvSpPr>
        <p:spPr>
          <a:xfrm>
            <a:off x="385772" y="2283877"/>
            <a:ext cx="3672000" cy="2426738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>
              <a:latin typeface="Inter"/>
            </a:endParaRPr>
          </a:p>
        </p:txBody>
      </p:sp>
      <p:graphicFrame>
        <p:nvGraphicFramePr>
          <p:cNvPr id="35" name="Google Shape;308;g1efeed3581c_2_109">
            <a:extLst>
              <a:ext uri="{FF2B5EF4-FFF2-40B4-BE49-F238E27FC236}">
                <a16:creationId xmlns:a16="http://schemas.microsoft.com/office/drawing/2014/main" id="{A59F6190-8A15-0F54-6555-23A6B9F875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6387237"/>
              </p:ext>
            </p:extLst>
          </p:nvPr>
        </p:nvGraphicFramePr>
        <p:xfrm>
          <a:off x="508000" y="2854846"/>
          <a:ext cx="3494657" cy="186952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98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04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Workshop A – SLP, </a:t>
                      </a:r>
                      <a:r>
                        <a:rPr lang="pt-BR" sz="9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Sourcing</a:t>
                      </a: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 e Network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18/05</a:t>
                      </a:r>
                      <a:endParaRPr kumimoji="0" lang="pt-BR" sz="9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678524"/>
                  </a:ext>
                </a:extLst>
              </a:tr>
              <a:tr h="38783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Alinhamento da integração entre SAP S/4HANA e SAP </a:t>
                      </a:r>
                      <a:r>
                        <a:rPr lang="pt-BR" sz="1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Ariba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pt-BR" sz="1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Sourcing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no fluxo de RC e RFQ.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19/05</a:t>
                      </a:r>
                      <a:endParaRPr lang="pt-BR" sz="9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</a:endParaRP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51987"/>
                  </a:ext>
                </a:extLst>
              </a:tr>
              <a:tr h="37291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en-US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Data Collection +  </a:t>
                      </a:r>
                      <a:r>
                        <a:rPr lang="en-US" sz="9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Revisão</a:t>
                      </a:r>
                      <a:r>
                        <a:rPr lang="en-US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 Parking Lot - </a:t>
                      </a: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SLP, </a:t>
                      </a:r>
                      <a:r>
                        <a:rPr lang="pt-BR" sz="9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Sourcing</a:t>
                      </a: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 e Network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19 a 21/05</a:t>
                      </a:r>
                      <a:endParaRPr kumimoji="0" lang="pt-BR" sz="9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2510257"/>
                  </a:ext>
                </a:extLst>
              </a:tr>
              <a:tr h="445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95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Tratativas das pendências de arquitetura SAP e acessos técnicos (QS4, PS4, Cloud </a:t>
                      </a:r>
                      <a:r>
                        <a:rPr lang="pt-BR" sz="950" b="0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Connector</a:t>
                      </a:r>
                      <a:r>
                        <a:rPr lang="pt-BR" sz="95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 e RFC)</a:t>
                      </a:r>
                      <a:endParaRPr lang="pt-BR" sz="9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20/05</a:t>
                      </a:r>
                      <a:endParaRPr kumimoji="0" lang="pt-BR" sz="9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2280583"/>
                  </a:ext>
                </a:extLst>
              </a:tr>
              <a:tr h="37291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endParaRPr lang="pt-BR" sz="9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endParaRPr kumimoji="0" lang="pt-BR" sz="9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9673824"/>
                  </a:ext>
                </a:extLst>
              </a:tr>
            </a:tbl>
          </a:graphicData>
        </a:graphic>
      </p:graphicFrame>
      <p:sp>
        <p:nvSpPr>
          <p:cNvPr id="49" name="Shape 17">
            <a:extLst>
              <a:ext uri="{FF2B5EF4-FFF2-40B4-BE49-F238E27FC236}">
                <a16:creationId xmlns:a16="http://schemas.microsoft.com/office/drawing/2014/main" id="{BC55D436-EA14-DB2A-7240-A7A0DF1828CF}"/>
              </a:ext>
            </a:extLst>
          </p:cNvPr>
          <p:cNvSpPr/>
          <p:nvPr/>
        </p:nvSpPr>
        <p:spPr>
          <a:xfrm>
            <a:off x="508000" y="2594893"/>
            <a:ext cx="3494657" cy="252303"/>
          </a:xfrm>
          <a:prstGeom prst="roundRect">
            <a:avLst>
              <a:gd name="adj" fmla="val 12222"/>
            </a:avLst>
          </a:prstGeom>
          <a:solidFill>
            <a:srgbClr val="123075"/>
          </a:solidFill>
          <a:ln w="6350">
            <a:noFill/>
            <a:prstDash val="solid"/>
          </a:ln>
          <a:effectLst/>
        </p:spPr>
        <p:txBody>
          <a:bodyPr/>
          <a:lstStyle/>
          <a:p>
            <a:endParaRPr lang="pt-BR">
              <a:latin typeface="Inter"/>
            </a:endParaRPr>
          </a:p>
        </p:txBody>
      </p:sp>
      <p:sp>
        <p:nvSpPr>
          <p:cNvPr id="50" name="TextBox 9">
            <a:extLst>
              <a:ext uri="{FF2B5EF4-FFF2-40B4-BE49-F238E27FC236}">
                <a16:creationId xmlns:a16="http://schemas.microsoft.com/office/drawing/2014/main" id="{F89212A2-A9A3-56DA-8D5A-2BD023BBFAE8}"/>
              </a:ext>
            </a:extLst>
          </p:cNvPr>
          <p:cNvSpPr txBox="1"/>
          <p:nvPr/>
        </p:nvSpPr>
        <p:spPr>
          <a:xfrm>
            <a:off x="666061" y="2643056"/>
            <a:ext cx="1440000" cy="161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950" b="1" i="0" dirty="0">
                <a:solidFill>
                  <a:schemeClr val="bg1"/>
                </a:solidFill>
                <a:latin typeface="Montserrat"/>
              </a:rPr>
              <a:t>Tema</a:t>
            </a:r>
            <a:endParaRPr sz="950" b="1" i="0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51" name="TextBox 9">
            <a:extLst>
              <a:ext uri="{FF2B5EF4-FFF2-40B4-BE49-F238E27FC236}">
                <a16:creationId xmlns:a16="http://schemas.microsoft.com/office/drawing/2014/main" id="{72D1E23F-C20F-EDFD-0D28-42DD1809F256}"/>
              </a:ext>
            </a:extLst>
          </p:cNvPr>
          <p:cNvSpPr txBox="1"/>
          <p:nvPr/>
        </p:nvSpPr>
        <p:spPr>
          <a:xfrm>
            <a:off x="3351482" y="2660029"/>
            <a:ext cx="565839" cy="161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50" b="1" i="0" dirty="0">
                <a:solidFill>
                  <a:schemeClr val="bg1"/>
                </a:solidFill>
                <a:latin typeface="Montserrat"/>
              </a:rPr>
              <a:t>Data</a:t>
            </a:r>
            <a:endParaRPr sz="950" b="1" i="0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60" name="TextBox 9">
            <a:extLst>
              <a:ext uri="{FF2B5EF4-FFF2-40B4-BE49-F238E27FC236}">
                <a16:creationId xmlns:a16="http://schemas.microsoft.com/office/drawing/2014/main" id="{C3A297D0-3613-16DB-8B95-D17CDE912762}"/>
              </a:ext>
            </a:extLst>
          </p:cNvPr>
          <p:cNvSpPr txBox="1"/>
          <p:nvPr/>
        </p:nvSpPr>
        <p:spPr>
          <a:xfrm>
            <a:off x="1088612" y="2334434"/>
            <a:ext cx="1970979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200" b="1" i="0" dirty="0">
                <a:solidFill>
                  <a:srgbClr val="123075"/>
                </a:solidFill>
                <a:latin typeface="Montserrat"/>
              </a:rPr>
              <a:t>REALIZADAS</a:t>
            </a:r>
            <a:endParaRPr sz="1200" b="1" i="0" dirty="0">
              <a:solidFill>
                <a:srgbClr val="123075"/>
              </a:solidFill>
              <a:latin typeface="Montserrat"/>
            </a:endParaRPr>
          </a:p>
        </p:txBody>
      </p:sp>
      <p:sp>
        <p:nvSpPr>
          <p:cNvPr id="3" name="Shape 17">
            <a:extLst>
              <a:ext uri="{FF2B5EF4-FFF2-40B4-BE49-F238E27FC236}">
                <a16:creationId xmlns:a16="http://schemas.microsoft.com/office/drawing/2014/main" id="{34B01705-C174-2D38-A349-783CE86D308F}"/>
              </a:ext>
            </a:extLst>
          </p:cNvPr>
          <p:cNvSpPr/>
          <p:nvPr/>
        </p:nvSpPr>
        <p:spPr>
          <a:xfrm>
            <a:off x="382908" y="1519351"/>
            <a:ext cx="11423321" cy="659024"/>
          </a:xfrm>
          <a:prstGeom prst="roundRect">
            <a:avLst>
              <a:gd name="adj" fmla="val 556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>
              <a:latin typeface="Inter"/>
            </a:endParaRPr>
          </a:p>
        </p:txBody>
      </p:sp>
      <p:pic>
        <p:nvPicPr>
          <p:cNvPr id="12" name="Gráfico 11" descr="Setas de Divisão com preenchimento sólido">
            <a:extLst>
              <a:ext uri="{FF2B5EF4-FFF2-40B4-BE49-F238E27FC236}">
                <a16:creationId xmlns:a16="http://schemas.microsoft.com/office/drawing/2014/main" id="{F96D814A-899B-AD02-A81A-8B8AE104A8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060" y="1733973"/>
            <a:ext cx="338047" cy="338047"/>
          </a:xfrm>
          <a:prstGeom prst="rect">
            <a:avLst/>
          </a:prstGeom>
        </p:spPr>
      </p:pic>
      <p:sp>
        <p:nvSpPr>
          <p:cNvPr id="29" name="TextBox 8">
            <a:extLst>
              <a:ext uri="{FF2B5EF4-FFF2-40B4-BE49-F238E27FC236}">
                <a16:creationId xmlns:a16="http://schemas.microsoft.com/office/drawing/2014/main" id="{7B27A4B1-DD08-CCF0-3497-CCB4F346A03C}"/>
              </a:ext>
            </a:extLst>
          </p:cNvPr>
          <p:cNvSpPr txBox="1"/>
          <p:nvPr/>
        </p:nvSpPr>
        <p:spPr>
          <a:xfrm>
            <a:off x="846458" y="1578105"/>
            <a:ext cx="1970979" cy="15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dirty="0">
                <a:solidFill>
                  <a:srgbClr val="123075"/>
                </a:solidFill>
                <a:latin typeface="Consolas"/>
              </a:rPr>
              <a:t>FAS</a:t>
            </a:r>
            <a:r>
              <a:rPr lang="pt-BR" sz="900" b="1" i="0" dirty="0">
                <a:solidFill>
                  <a:srgbClr val="123075"/>
                </a:solidFill>
                <a:latin typeface="Consolas"/>
              </a:rPr>
              <a:t>E</a:t>
            </a:r>
            <a:endParaRPr sz="900" b="1" i="0" dirty="0">
              <a:solidFill>
                <a:srgbClr val="123075"/>
              </a:solidFill>
              <a:latin typeface="Consolas"/>
            </a:endParaRP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C2C0D962-FF21-B23B-797B-27049D8DC7FF}"/>
              </a:ext>
            </a:extLst>
          </p:cNvPr>
          <p:cNvSpPr txBox="1"/>
          <p:nvPr/>
        </p:nvSpPr>
        <p:spPr>
          <a:xfrm>
            <a:off x="868631" y="1768378"/>
            <a:ext cx="1970979" cy="280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650" b="1" dirty="0">
                <a:solidFill>
                  <a:srgbClr val="FE5716"/>
                </a:solidFill>
                <a:latin typeface="Montserrat"/>
              </a:rPr>
              <a:t>Explore</a:t>
            </a:r>
            <a:endParaRPr sz="1650" b="1" i="0" dirty="0">
              <a:solidFill>
                <a:srgbClr val="FE5716"/>
              </a:solidFill>
              <a:latin typeface="Montserrat"/>
            </a:endParaRPr>
          </a:p>
        </p:txBody>
      </p:sp>
      <p:sp>
        <p:nvSpPr>
          <p:cNvPr id="31" name="TextBox 8">
            <a:extLst>
              <a:ext uri="{FF2B5EF4-FFF2-40B4-BE49-F238E27FC236}">
                <a16:creationId xmlns:a16="http://schemas.microsoft.com/office/drawing/2014/main" id="{72D88DF4-28A3-B73C-B8AB-5B46039E1832}"/>
              </a:ext>
            </a:extLst>
          </p:cNvPr>
          <p:cNvSpPr txBox="1"/>
          <p:nvPr/>
        </p:nvSpPr>
        <p:spPr>
          <a:xfrm>
            <a:off x="1929737" y="1578105"/>
            <a:ext cx="1970979" cy="15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00" b="1" i="0" dirty="0">
                <a:solidFill>
                  <a:srgbClr val="123075"/>
                </a:solidFill>
                <a:latin typeface="Consolas"/>
              </a:rPr>
              <a:t>PLANO</a:t>
            </a:r>
            <a:endParaRPr sz="900" b="1" i="0" dirty="0">
              <a:solidFill>
                <a:srgbClr val="123075"/>
              </a:solidFill>
              <a:latin typeface="Consolas"/>
            </a:endParaRP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6BE31FAB-08A3-2446-9381-CA11E7074B62}"/>
              </a:ext>
            </a:extLst>
          </p:cNvPr>
          <p:cNvCxnSpPr>
            <a:cxnSpLocks/>
          </p:cNvCxnSpPr>
          <p:nvPr/>
        </p:nvCxnSpPr>
        <p:spPr>
          <a:xfrm>
            <a:off x="2061848" y="1666112"/>
            <a:ext cx="0" cy="365502"/>
          </a:xfrm>
          <a:prstGeom prst="lin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cxnSp>
      <p:sp>
        <p:nvSpPr>
          <p:cNvPr id="36" name="TextBox 8">
            <a:extLst>
              <a:ext uri="{FF2B5EF4-FFF2-40B4-BE49-F238E27FC236}">
                <a16:creationId xmlns:a16="http://schemas.microsoft.com/office/drawing/2014/main" id="{95F9E1E6-FF77-BB39-A7C4-276A4BDDA8BE}"/>
              </a:ext>
            </a:extLst>
          </p:cNvPr>
          <p:cNvSpPr txBox="1"/>
          <p:nvPr/>
        </p:nvSpPr>
        <p:spPr>
          <a:xfrm>
            <a:off x="3819760" y="1572113"/>
            <a:ext cx="1440000" cy="15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00" b="1" i="0" dirty="0">
                <a:solidFill>
                  <a:srgbClr val="123075"/>
                </a:solidFill>
                <a:latin typeface="Consolas"/>
              </a:rPr>
              <a:t>REAL</a:t>
            </a:r>
            <a:endParaRPr sz="900" b="1" i="0" dirty="0">
              <a:solidFill>
                <a:srgbClr val="123075"/>
              </a:solidFill>
              <a:latin typeface="Consolas"/>
            </a:endParaRPr>
          </a:p>
        </p:txBody>
      </p:sp>
      <p:sp>
        <p:nvSpPr>
          <p:cNvPr id="37" name="TextBox 8">
            <a:extLst>
              <a:ext uri="{FF2B5EF4-FFF2-40B4-BE49-F238E27FC236}">
                <a16:creationId xmlns:a16="http://schemas.microsoft.com/office/drawing/2014/main" id="{36446E67-8E77-3B2F-142C-986A6CCA1553}"/>
              </a:ext>
            </a:extLst>
          </p:cNvPr>
          <p:cNvSpPr txBox="1"/>
          <p:nvPr/>
        </p:nvSpPr>
        <p:spPr>
          <a:xfrm>
            <a:off x="5749198" y="1562440"/>
            <a:ext cx="1970979" cy="15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900" b="1" i="0" dirty="0">
                <a:solidFill>
                  <a:srgbClr val="123075"/>
                </a:solidFill>
                <a:latin typeface="Consolas"/>
              </a:rPr>
              <a:t>SPI*</a:t>
            </a:r>
            <a:endParaRPr sz="900" b="1" i="0" dirty="0">
              <a:solidFill>
                <a:srgbClr val="123075"/>
              </a:solidFill>
              <a:latin typeface="Consolas"/>
            </a:endParaRPr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29236280-AD62-266C-02A5-A5F1E0638CF0}"/>
              </a:ext>
            </a:extLst>
          </p:cNvPr>
          <p:cNvSpPr txBox="1"/>
          <p:nvPr/>
        </p:nvSpPr>
        <p:spPr>
          <a:xfrm>
            <a:off x="7565095" y="1578105"/>
            <a:ext cx="1080001" cy="15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00" b="1" i="0" dirty="0">
                <a:solidFill>
                  <a:srgbClr val="123075"/>
                </a:solidFill>
                <a:latin typeface="Consolas"/>
              </a:rPr>
              <a:t>STATUS</a:t>
            </a:r>
            <a:endParaRPr sz="900" b="1" i="0" dirty="0">
              <a:solidFill>
                <a:srgbClr val="123075"/>
              </a:solidFill>
              <a:latin typeface="Consolas"/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E82CC56D-5BF5-9807-BE8A-CFFDBB1891C2}"/>
              </a:ext>
            </a:extLst>
          </p:cNvPr>
          <p:cNvSpPr txBox="1"/>
          <p:nvPr/>
        </p:nvSpPr>
        <p:spPr>
          <a:xfrm>
            <a:off x="8746773" y="1578105"/>
            <a:ext cx="1080000" cy="15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00" b="1" i="0" dirty="0">
                <a:solidFill>
                  <a:srgbClr val="123075"/>
                </a:solidFill>
                <a:latin typeface="Consolas"/>
              </a:rPr>
              <a:t>RISCOS</a:t>
            </a:r>
            <a:endParaRPr sz="900" b="1" i="0" dirty="0">
              <a:solidFill>
                <a:srgbClr val="123075"/>
              </a:solidFill>
              <a:latin typeface="Consolas"/>
            </a:endParaRPr>
          </a:p>
        </p:txBody>
      </p:sp>
      <p:sp>
        <p:nvSpPr>
          <p:cNvPr id="40" name="TextBox 8">
            <a:extLst>
              <a:ext uri="{FF2B5EF4-FFF2-40B4-BE49-F238E27FC236}">
                <a16:creationId xmlns:a16="http://schemas.microsoft.com/office/drawing/2014/main" id="{895BC1DA-0B6B-CA83-FD59-7A1BC84865FE}"/>
              </a:ext>
            </a:extLst>
          </p:cNvPr>
          <p:cNvSpPr txBox="1"/>
          <p:nvPr/>
        </p:nvSpPr>
        <p:spPr>
          <a:xfrm>
            <a:off x="9655779" y="1578105"/>
            <a:ext cx="1080000" cy="15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00" b="1" i="0" dirty="0">
                <a:solidFill>
                  <a:srgbClr val="123075"/>
                </a:solidFill>
                <a:latin typeface="Consolas"/>
              </a:rPr>
              <a:t>ISSUES</a:t>
            </a:r>
            <a:endParaRPr sz="900" b="1" i="0" dirty="0">
              <a:solidFill>
                <a:srgbClr val="123075"/>
              </a:solidFill>
              <a:latin typeface="Consolas"/>
            </a:endParaRPr>
          </a:p>
        </p:txBody>
      </p:sp>
      <p:sp>
        <p:nvSpPr>
          <p:cNvPr id="41" name="TextBox 8">
            <a:extLst>
              <a:ext uri="{FF2B5EF4-FFF2-40B4-BE49-F238E27FC236}">
                <a16:creationId xmlns:a16="http://schemas.microsoft.com/office/drawing/2014/main" id="{995037D8-C9DC-E833-21B1-77ED99B940CC}"/>
              </a:ext>
            </a:extLst>
          </p:cNvPr>
          <p:cNvSpPr txBox="1"/>
          <p:nvPr/>
        </p:nvSpPr>
        <p:spPr>
          <a:xfrm>
            <a:off x="10729092" y="1576405"/>
            <a:ext cx="1080000" cy="157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00" b="1" i="0" dirty="0">
                <a:solidFill>
                  <a:srgbClr val="123075"/>
                </a:solidFill>
                <a:latin typeface="Consolas"/>
              </a:rPr>
              <a:t>CR</a:t>
            </a:r>
            <a:endParaRPr sz="900" b="1" i="0" dirty="0">
              <a:solidFill>
                <a:srgbClr val="123075"/>
              </a:solidFill>
              <a:latin typeface="Consolas"/>
            </a:endParaRPr>
          </a:p>
        </p:txBody>
      </p:sp>
      <p:sp>
        <p:nvSpPr>
          <p:cNvPr id="42" name="TextBox 9">
            <a:extLst>
              <a:ext uri="{FF2B5EF4-FFF2-40B4-BE49-F238E27FC236}">
                <a16:creationId xmlns:a16="http://schemas.microsoft.com/office/drawing/2014/main" id="{433A3215-F0EA-2158-539F-C38C44118118}"/>
              </a:ext>
            </a:extLst>
          </p:cNvPr>
          <p:cNvSpPr txBox="1"/>
          <p:nvPr/>
        </p:nvSpPr>
        <p:spPr>
          <a:xfrm>
            <a:off x="9022629" y="1768378"/>
            <a:ext cx="528289" cy="280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1650" b="1" i="0" dirty="0">
                <a:solidFill>
                  <a:srgbClr val="FE5716"/>
                </a:solidFill>
                <a:latin typeface="Montserrat"/>
              </a:rPr>
              <a:t>0</a:t>
            </a:r>
            <a:endParaRPr sz="1650" b="1" i="0" dirty="0">
              <a:solidFill>
                <a:srgbClr val="FE5716"/>
              </a:solidFill>
              <a:latin typeface="Montserrat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3A2D1ED-2749-706D-3AA0-7C8E996C3E8B}"/>
              </a:ext>
            </a:extLst>
          </p:cNvPr>
          <p:cNvSpPr/>
          <p:nvPr/>
        </p:nvSpPr>
        <p:spPr>
          <a:xfrm>
            <a:off x="2331218" y="1690299"/>
            <a:ext cx="365502" cy="365502"/>
          </a:xfrm>
          <a:prstGeom prst="ellipse">
            <a:avLst/>
          </a:prstGeom>
          <a:solidFill>
            <a:srgbClr val="FE5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írculo Parcial 42">
            <a:extLst>
              <a:ext uri="{FF2B5EF4-FFF2-40B4-BE49-F238E27FC236}">
                <a16:creationId xmlns:a16="http://schemas.microsoft.com/office/drawing/2014/main" id="{72908676-8198-B3AC-9A17-E437DC2ADD04}"/>
              </a:ext>
            </a:extLst>
          </p:cNvPr>
          <p:cNvSpPr/>
          <p:nvPr/>
        </p:nvSpPr>
        <p:spPr>
          <a:xfrm>
            <a:off x="2331218" y="1690299"/>
            <a:ext cx="365502" cy="365502"/>
          </a:xfrm>
          <a:prstGeom prst="pie">
            <a:avLst>
              <a:gd name="adj1" fmla="val 21283334"/>
              <a:gd name="adj2" fmla="val 16200000"/>
            </a:avLst>
          </a:prstGeom>
          <a:solidFill>
            <a:srgbClr val="123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32FD9E8-D576-25D3-4690-FA86F8F5677B}"/>
              </a:ext>
            </a:extLst>
          </p:cNvPr>
          <p:cNvSpPr/>
          <p:nvPr/>
        </p:nvSpPr>
        <p:spPr>
          <a:xfrm>
            <a:off x="2378831" y="1737912"/>
            <a:ext cx="270277" cy="2702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D0AE8953-6F57-C7B0-D1C9-9BA9A351A789}"/>
              </a:ext>
            </a:extLst>
          </p:cNvPr>
          <p:cNvSpPr txBox="1"/>
          <p:nvPr/>
        </p:nvSpPr>
        <p:spPr>
          <a:xfrm>
            <a:off x="3027768" y="1768378"/>
            <a:ext cx="631394" cy="280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650" b="1" i="0" dirty="0">
                <a:solidFill>
                  <a:srgbClr val="FE5716"/>
                </a:solidFill>
                <a:latin typeface="Montserrat"/>
              </a:rPr>
              <a:t>14%</a:t>
            </a:r>
            <a:endParaRPr sz="1650" b="1" i="0" dirty="0">
              <a:solidFill>
                <a:srgbClr val="FE5716"/>
              </a:solidFill>
              <a:latin typeface="Montserrat"/>
            </a:endParaRP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50BF9E44-BD9D-EEAB-1B14-5EC5B8E1A5BD}"/>
              </a:ext>
            </a:extLst>
          </p:cNvPr>
          <p:cNvGrpSpPr/>
          <p:nvPr/>
        </p:nvGrpSpPr>
        <p:grpSpPr>
          <a:xfrm>
            <a:off x="3895538" y="1690299"/>
            <a:ext cx="365507" cy="365502"/>
            <a:chOff x="2306283" y="2337758"/>
            <a:chExt cx="579096" cy="579090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B52A9001-2601-E7BD-9ABE-BB27B641266B}"/>
                </a:ext>
              </a:extLst>
            </p:cNvPr>
            <p:cNvSpPr/>
            <p:nvPr/>
          </p:nvSpPr>
          <p:spPr>
            <a:xfrm>
              <a:off x="2306283" y="2337758"/>
              <a:ext cx="579090" cy="579090"/>
            </a:xfrm>
            <a:prstGeom prst="ellipse">
              <a:avLst/>
            </a:prstGeom>
            <a:solidFill>
              <a:srgbClr val="FE57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Círculo Parcial 14">
              <a:extLst>
                <a:ext uri="{FF2B5EF4-FFF2-40B4-BE49-F238E27FC236}">
                  <a16:creationId xmlns:a16="http://schemas.microsoft.com/office/drawing/2014/main" id="{9C766580-195D-F004-6BAE-0445F8FFB5CD}"/>
                </a:ext>
              </a:extLst>
            </p:cNvPr>
            <p:cNvSpPr/>
            <p:nvPr/>
          </p:nvSpPr>
          <p:spPr>
            <a:xfrm>
              <a:off x="2306289" y="2337758"/>
              <a:ext cx="579090" cy="579090"/>
            </a:xfrm>
            <a:prstGeom prst="pie">
              <a:avLst>
                <a:gd name="adj1" fmla="val 20300920"/>
                <a:gd name="adj2" fmla="val 16200000"/>
              </a:avLst>
            </a:prstGeom>
            <a:solidFill>
              <a:srgbClr val="12307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4800C3B9-53F3-A584-1F5C-4926BD69D719}"/>
                </a:ext>
              </a:extLst>
            </p:cNvPr>
            <p:cNvSpPr/>
            <p:nvPr/>
          </p:nvSpPr>
          <p:spPr>
            <a:xfrm>
              <a:off x="2381725" y="2413194"/>
              <a:ext cx="428219" cy="4282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7" name="TextBox 9">
            <a:extLst>
              <a:ext uri="{FF2B5EF4-FFF2-40B4-BE49-F238E27FC236}">
                <a16:creationId xmlns:a16="http://schemas.microsoft.com/office/drawing/2014/main" id="{9D214627-CEED-75D8-F3D6-1B5606ED141F}"/>
              </a:ext>
            </a:extLst>
          </p:cNvPr>
          <p:cNvSpPr txBox="1"/>
          <p:nvPr/>
        </p:nvSpPr>
        <p:spPr>
          <a:xfrm>
            <a:off x="4609837" y="1768378"/>
            <a:ext cx="872609" cy="280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650" b="1" i="0" dirty="0">
                <a:solidFill>
                  <a:srgbClr val="FE5716"/>
                </a:solidFill>
                <a:latin typeface="Montserrat"/>
              </a:rPr>
              <a:t>11%</a:t>
            </a:r>
            <a:endParaRPr sz="1650" b="1" i="0" dirty="0">
              <a:solidFill>
                <a:srgbClr val="FE5716"/>
              </a:solidFill>
              <a:latin typeface="Montserrat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E3DC721C-E0A4-4951-4439-BCB0326AA52D}"/>
              </a:ext>
            </a:extLst>
          </p:cNvPr>
          <p:cNvSpPr txBox="1"/>
          <p:nvPr/>
        </p:nvSpPr>
        <p:spPr>
          <a:xfrm>
            <a:off x="6480113" y="1768378"/>
            <a:ext cx="825843" cy="280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650" b="1" i="0" dirty="0">
                <a:solidFill>
                  <a:srgbClr val="FE5716"/>
                </a:solidFill>
                <a:latin typeface="Montserrat"/>
              </a:rPr>
              <a:t>0,79</a:t>
            </a:r>
            <a:endParaRPr sz="1650" b="1" i="0" dirty="0">
              <a:solidFill>
                <a:srgbClr val="FE5716"/>
              </a:solidFill>
              <a:latin typeface="Montserrat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592262EC-C496-4296-5198-C3F772F054FD}"/>
              </a:ext>
            </a:extLst>
          </p:cNvPr>
          <p:cNvSpPr/>
          <p:nvPr/>
        </p:nvSpPr>
        <p:spPr>
          <a:xfrm>
            <a:off x="7960989" y="1779174"/>
            <a:ext cx="270277" cy="27027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0E8AA898-5FBB-5986-2B62-A7BBE29FAF25}"/>
              </a:ext>
            </a:extLst>
          </p:cNvPr>
          <p:cNvCxnSpPr>
            <a:cxnSpLocks/>
          </p:cNvCxnSpPr>
          <p:nvPr/>
        </p:nvCxnSpPr>
        <p:spPr>
          <a:xfrm>
            <a:off x="3643004" y="1666112"/>
            <a:ext cx="0" cy="365502"/>
          </a:xfrm>
          <a:prstGeom prst="lin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03196037-8D37-2A86-83BD-C3381E23DE28}"/>
              </a:ext>
            </a:extLst>
          </p:cNvPr>
          <p:cNvCxnSpPr>
            <a:cxnSpLocks/>
          </p:cNvCxnSpPr>
          <p:nvPr/>
        </p:nvCxnSpPr>
        <p:spPr>
          <a:xfrm>
            <a:off x="5358454" y="1652031"/>
            <a:ext cx="0" cy="365502"/>
          </a:xfrm>
          <a:prstGeom prst="lin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B7D5C27-6057-E923-D016-A7244884CD51}"/>
              </a:ext>
            </a:extLst>
          </p:cNvPr>
          <p:cNvCxnSpPr>
            <a:cxnSpLocks/>
          </p:cNvCxnSpPr>
          <p:nvPr/>
        </p:nvCxnSpPr>
        <p:spPr>
          <a:xfrm>
            <a:off x="7372561" y="1666112"/>
            <a:ext cx="0" cy="365502"/>
          </a:xfrm>
          <a:prstGeom prst="lin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93D5BE2C-F700-06CA-2033-2E380C129352}"/>
              </a:ext>
            </a:extLst>
          </p:cNvPr>
          <p:cNvCxnSpPr>
            <a:cxnSpLocks/>
          </p:cNvCxnSpPr>
          <p:nvPr/>
        </p:nvCxnSpPr>
        <p:spPr>
          <a:xfrm>
            <a:off x="8782266" y="1666112"/>
            <a:ext cx="0" cy="365502"/>
          </a:xfrm>
          <a:prstGeom prst="lin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9DC9E77C-14E1-81AC-314D-B2D678CD7C66}"/>
              </a:ext>
            </a:extLst>
          </p:cNvPr>
          <p:cNvCxnSpPr>
            <a:cxnSpLocks/>
          </p:cNvCxnSpPr>
          <p:nvPr/>
        </p:nvCxnSpPr>
        <p:spPr>
          <a:xfrm>
            <a:off x="9750693" y="1666112"/>
            <a:ext cx="0" cy="365502"/>
          </a:xfrm>
          <a:prstGeom prst="lin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5E81CA25-299D-694F-5FFB-AE7A2B77D72D}"/>
              </a:ext>
            </a:extLst>
          </p:cNvPr>
          <p:cNvCxnSpPr>
            <a:cxnSpLocks/>
          </p:cNvCxnSpPr>
          <p:nvPr/>
        </p:nvCxnSpPr>
        <p:spPr>
          <a:xfrm>
            <a:off x="10719121" y="1666112"/>
            <a:ext cx="0" cy="365502"/>
          </a:xfrm>
          <a:prstGeom prst="lin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cxnSp>
      <p:sp>
        <p:nvSpPr>
          <p:cNvPr id="58" name="TextBox 9">
            <a:extLst>
              <a:ext uri="{FF2B5EF4-FFF2-40B4-BE49-F238E27FC236}">
                <a16:creationId xmlns:a16="http://schemas.microsoft.com/office/drawing/2014/main" id="{426F275B-E649-1357-4BE0-1755D50C1B51}"/>
              </a:ext>
            </a:extLst>
          </p:cNvPr>
          <p:cNvSpPr txBox="1"/>
          <p:nvPr/>
        </p:nvSpPr>
        <p:spPr>
          <a:xfrm>
            <a:off x="9931635" y="1768378"/>
            <a:ext cx="528289" cy="280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1650" b="1" i="0" dirty="0">
                <a:solidFill>
                  <a:srgbClr val="FE5716"/>
                </a:solidFill>
                <a:latin typeface="Montserrat"/>
              </a:rPr>
              <a:t>0</a:t>
            </a:r>
            <a:endParaRPr sz="1650" b="1" i="0" dirty="0">
              <a:solidFill>
                <a:srgbClr val="FE5716"/>
              </a:solidFill>
              <a:latin typeface="Montserrat"/>
            </a:endParaRPr>
          </a:p>
        </p:txBody>
      </p:sp>
      <p:sp>
        <p:nvSpPr>
          <p:cNvPr id="59" name="TextBox 9">
            <a:extLst>
              <a:ext uri="{FF2B5EF4-FFF2-40B4-BE49-F238E27FC236}">
                <a16:creationId xmlns:a16="http://schemas.microsoft.com/office/drawing/2014/main" id="{B698C4ED-135A-BB48-7FFB-DFBACDAFAB71}"/>
              </a:ext>
            </a:extLst>
          </p:cNvPr>
          <p:cNvSpPr txBox="1"/>
          <p:nvPr/>
        </p:nvSpPr>
        <p:spPr>
          <a:xfrm>
            <a:off x="11004948" y="1768378"/>
            <a:ext cx="528289" cy="280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1650" b="1" i="0" dirty="0">
                <a:solidFill>
                  <a:srgbClr val="FE5716"/>
                </a:solidFill>
                <a:latin typeface="Montserrat"/>
              </a:rPr>
              <a:t>0</a:t>
            </a:r>
            <a:endParaRPr sz="1650" b="1" i="0" dirty="0">
              <a:solidFill>
                <a:srgbClr val="FE5716"/>
              </a:solidFill>
              <a:latin typeface="Montserrat"/>
            </a:endParaRPr>
          </a:p>
        </p:txBody>
      </p:sp>
      <p:pic>
        <p:nvPicPr>
          <p:cNvPr id="23" name="Gráfico 22" descr="Medidor com preenchimento sólido">
            <a:extLst>
              <a:ext uri="{FF2B5EF4-FFF2-40B4-BE49-F238E27FC236}">
                <a16:creationId xmlns:a16="http://schemas.microsoft.com/office/drawing/2014/main" id="{C15903AD-C7D0-8880-7679-C10212BED2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0218" y="1664849"/>
            <a:ext cx="403376" cy="403376"/>
          </a:xfrm>
          <a:prstGeom prst="rect">
            <a:avLst/>
          </a:prstGeom>
        </p:spPr>
      </p:pic>
      <p:pic>
        <p:nvPicPr>
          <p:cNvPr id="64" name="Gráfico 63" descr="Caixa de seleção marcada com preenchimento sólido">
            <a:extLst>
              <a:ext uri="{FF2B5EF4-FFF2-40B4-BE49-F238E27FC236}">
                <a16:creationId xmlns:a16="http://schemas.microsoft.com/office/drawing/2014/main" id="{849D31B9-8A0D-0A1C-940E-57704ADBB7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752" y="2273170"/>
            <a:ext cx="341768" cy="341768"/>
          </a:xfrm>
          <a:prstGeom prst="rect">
            <a:avLst/>
          </a:prstGeom>
        </p:spPr>
      </p:pic>
      <p:pic>
        <p:nvPicPr>
          <p:cNvPr id="68" name="Gráfico 67" descr="Relógio com preenchimento sólido">
            <a:extLst>
              <a:ext uri="{FF2B5EF4-FFF2-40B4-BE49-F238E27FC236}">
                <a16:creationId xmlns:a16="http://schemas.microsoft.com/office/drawing/2014/main" id="{CE061706-1590-459F-7978-1BAEA176EF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3521" y="2305709"/>
            <a:ext cx="277471" cy="277471"/>
          </a:xfrm>
          <a:prstGeom prst="rect">
            <a:avLst/>
          </a:prstGeom>
        </p:spPr>
      </p:pic>
      <p:sp>
        <p:nvSpPr>
          <p:cNvPr id="69" name="TextBox 9">
            <a:extLst>
              <a:ext uri="{FF2B5EF4-FFF2-40B4-BE49-F238E27FC236}">
                <a16:creationId xmlns:a16="http://schemas.microsoft.com/office/drawing/2014/main" id="{780CD278-7177-7DCD-9605-B45B7CAA39CB}"/>
              </a:ext>
            </a:extLst>
          </p:cNvPr>
          <p:cNvSpPr txBox="1"/>
          <p:nvPr/>
        </p:nvSpPr>
        <p:spPr>
          <a:xfrm>
            <a:off x="5014196" y="2334434"/>
            <a:ext cx="1970979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200" b="1" i="0" dirty="0">
                <a:solidFill>
                  <a:srgbClr val="FE5716"/>
                </a:solidFill>
                <a:latin typeface="Montserrat"/>
              </a:rPr>
              <a:t>EM ANDAMENTO</a:t>
            </a:r>
            <a:endParaRPr sz="1200" b="1" i="0" dirty="0">
              <a:solidFill>
                <a:srgbClr val="FE5716"/>
              </a:solidFill>
              <a:latin typeface="Montserrat"/>
            </a:endParaRPr>
          </a:p>
        </p:txBody>
      </p:sp>
      <p:sp>
        <p:nvSpPr>
          <p:cNvPr id="70" name="TextBox 9">
            <a:extLst>
              <a:ext uri="{FF2B5EF4-FFF2-40B4-BE49-F238E27FC236}">
                <a16:creationId xmlns:a16="http://schemas.microsoft.com/office/drawing/2014/main" id="{7B2A094B-B4E6-68D7-5944-58A569F58993}"/>
              </a:ext>
            </a:extLst>
          </p:cNvPr>
          <p:cNvSpPr txBox="1"/>
          <p:nvPr/>
        </p:nvSpPr>
        <p:spPr>
          <a:xfrm>
            <a:off x="8922842" y="2343060"/>
            <a:ext cx="2174179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200" b="1" i="0" dirty="0">
                <a:solidFill>
                  <a:srgbClr val="123075"/>
                </a:solidFill>
                <a:latin typeface="Montserrat"/>
              </a:rPr>
              <a:t>PRÓXIMOS PASSOS</a:t>
            </a:r>
            <a:endParaRPr sz="1200" b="1" i="0" dirty="0">
              <a:solidFill>
                <a:srgbClr val="123075"/>
              </a:solidFill>
              <a:latin typeface="Montserrat"/>
            </a:endParaRPr>
          </a:p>
        </p:txBody>
      </p:sp>
      <p:pic>
        <p:nvPicPr>
          <p:cNvPr id="72" name="Gráfico 71" descr="Círculo com seta para a esquerda com preenchimento sólido">
            <a:extLst>
              <a:ext uri="{FF2B5EF4-FFF2-40B4-BE49-F238E27FC236}">
                <a16:creationId xmlns:a16="http://schemas.microsoft.com/office/drawing/2014/main" id="{3C510141-3763-E3F7-D8AB-C8A43527D1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8508695" y="2311451"/>
            <a:ext cx="283442" cy="283442"/>
          </a:xfrm>
          <a:prstGeom prst="rect">
            <a:avLst/>
          </a:prstGeom>
        </p:spPr>
      </p:pic>
      <p:sp>
        <p:nvSpPr>
          <p:cNvPr id="76" name="Shape 17">
            <a:extLst>
              <a:ext uri="{FF2B5EF4-FFF2-40B4-BE49-F238E27FC236}">
                <a16:creationId xmlns:a16="http://schemas.microsoft.com/office/drawing/2014/main" id="{77178DEE-5CD9-C17E-7509-3AF6265CB3C3}"/>
              </a:ext>
            </a:extLst>
          </p:cNvPr>
          <p:cNvSpPr/>
          <p:nvPr/>
        </p:nvSpPr>
        <p:spPr>
          <a:xfrm>
            <a:off x="4348672" y="2604250"/>
            <a:ext cx="3494657" cy="252303"/>
          </a:xfrm>
          <a:prstGeom prst="roundRect">
            <a:avLst>
              <a:gd name="adj" fmla="val 12222"/>
            </a:avLst>
          </a:prstGeom>
          <a:solidFill>
            <a:srgbClr val="FE5716"/>
          </a:solidFill>
          <a:ln w="6350">
            <a:noFill/>
            <a:prstDash val="solid"/>
          </a:ln>
          <a:effectLst/>
        </p:spPr>
        <p:txBody>
          <a:bodyPr/>
          <a:lstStyle/>
          <a:p>
            <a:endParaRPr lang="pt-BR">
              <a:latin typeface="Inter"/>
            </a:endParaRPr>
          </a:p>
        </p:txBody>
      </p:sp>
      <p:sp>
        <p:nvSpPr>
          <p:cNvPr id="77" name="TextBox 9">
            <a:extLst>
              <a:ext uri="{FF2B5EF4-FFF2-40B4-BE49-F238E27FC236}">
                <a16:creationId xmlns:a16="http://schemas.microsoft.com/office/drawing/2014/main" id="{3B2B2169-94A0-9A13-C491-D5252579515A}"/>
              </a:ext>
            </a:extLst>
          </p:cNvPr>
          <p:cNvSpPr txBox="1"/>
          <p:nvPr/>
        </p:nvSpPr>
        <p:spPr>
          <a:xfrm>
            <a:off x="4506733" y="2652413"/>
            <a:ext cx="1440000" cy="161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950" b="1" i="0" dirty="0">
                <a:solidFill>
                  <a:schemeClr val="bg1"/>
                </a:solidFill>
                <a:latin typeface="Montserrat"/>
              </a:rPr>
              <a:t>Tema</a:t>
            </a:r>
            <a:endParaRPr sz="950" b="1" i="0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78" name="TextBox 9">
            <a:extLst>
              <a:ext uri="{FF2B5EF4-FFF2-40B4-BE49-F238E27FC236}">
                <a16:creationId xmlns:a16="http://schemas.microsoft.com/office/drawing/2014/main" id="{1FEC19E1-BD5F-06AA-89E8-08F0DCE226BE}"/>
              </a:ext>
            </a:extLst>
          </p:cNvPr>
          <p:cNvSpPr txBox="1"/>
          <p:nvPr/>
        </p:nvSpPr>
        <p:spPr>
          <a:xfrm>
            <a:off x="7192154" y="2669386"/>
            <a:ext cx="565839" cy="161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50" b="1" i="0" dirty="0">
                <a:solidFill>
                  <a:schemeClr val="bg1"/>
                </a:solidFill>
                <a:latin typeface="Montserrat"/>
              </a:rPr>
              <a:t>Data</a:t>
            </a:r>
            <a:endParaRPr sz="950" b="1" i="0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79" name="Shape 17">
            <a:extLst>
              <a:ext uri="{FF2B5EF4-FFF2-40B4-BE49-F238E27FC236}">
                <a16:creationId xmlns:a16="http://schemas.microsoft.com/office/drawing/2014/main" id="{10B06A4D-7DF3-2312-901A-706CA0F91592}"/>
              </a:ext>
            </a:extLst>
          </p:cNvPr>
          <p:cNvSpPr/>
          <p:nvPr/>
        </p:nvSpPr>
        <p:spPr>
          <a:xfrm>
            <a:off x="8231266" y="2601465"/>
            <a:ext cx="3494657" cy="252303"/>
          </a:xfrm>
          <a:prstGeom prst="roundRect">
            <a:avLst>
              <a:gd name="adj" fmla="val 12222"/>
            </a:avLst>
          </a:prstGeom>
          <a:solidFill>
            <a:srgbClr val="123075"/>
          </a:solidFill>
          <a:ln w="6350">
            <a:noFill/>
            <a:prstDash val="solid"/>
          </a:ln>
          <a:effectLst/>
        </p:spPr>
        <p:txBody>
          <a:bodyPr/>
          <a:lstStyle/>
          <a:p>
            <a:endParaRPr lang="pt-BR">
              <a:latin typeface="Inter"/>
            </a:endParaRPr>
          </a:p>
        </p:txBody>
      </p:sp>
      <p:sp>
        <p:nvSpPr>
          <p:cNvPr id="80" name="TextBox 9">
            <a:extLst>
              <a:ext uri="{FF2B5EF4-FFF2-40B4-BE49-F238E27FC236}">
                <a16:creationId xmlns:a16="http://schemas.microsoft.com/office/drawing/2014/main" id="{2FE4053A-1B3D-3312-0818-D0EF7CADD6EC}"/>
              </a:ext>
            </a:extLst>
          </p:cNvPr>
          <p:cNvSpPr txBox="1"/>
          <p:nvPr/>
        </p:nvSpPr>
        <p:spPr>
          <a:xfrm>
            <a:off x="8389327" y="2649628"/>
            <a:ext cx="1440000" cy="161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950" b="1" i="0" dirty="0">
                <a:solidFill>
                  <a:schemeClr val="bg1"/>
                </a:solidFill>
                <a:latin typeface="Montserrat"/>
              </a:rPr>
              <a:t>Tema</a:t>
            </a:r>
            <a:endParaRPr sz="950" b="1" i="0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81" name="TextBox 9">
            <a:extLst>
              <a:ext uri="{FF2B5EF4-FFF2-40B4-BE49-F238E27FC236}">
                <a16:creationId xmlns:a16="http://schemas.microsoft.com/office/drawing/2014/main" id="{8B9234AB-0674-4500-515B-65865A624963}"/>
              </a:ext>
            </a:extLst>
          </p:cNvPr>
          <p:cNvSpPr txBox="1"/>
          <p:nvPr/>
        </p:nvSpPr>
        <p:spPr>
          <a:xfrm>
            <a:off x="11074748" y="2666601"/>
            <a:ext cx="565839" cy="161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50" b="1" i="0" dirty="0">
                <a:solidFill>
                  <a:schemeClr val="bg1"/>
                </a:solidFill>
                <a:latin typeface="Montserrat"/>
              </a:rPr>
              <a:t>Data</a:t>
            </a:r>
            <a:endParaRPr sz="950" b="1" i="0" dirty="0">
              <a:solidFill>
                <a:schemeClr val="bg1"/>
              </a:solidFill>
              <a:latin typeface="Montserrat"/>
            </a:endParaRPr>
          </a:p>
        </p:txBody>
      </p:sp>
      <p:graphicFrame>
        <p:nvGraphicFramePr>
          <p:cNvPr id="82" name="Google Shape;308;g1efeed3581c_2_109">
            <a:extLst>
              <a:ext uri="{FF2B5EF4-FFF2-40B4-BE49-F238E27FC236}">
                <a16:creationId xmlns:a16="http://schemas.microsoft.com/office/drawing/2014/main" id="{2048A5BA-C143-5567-D4DD-C822F71894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9720866"/>
              </p:ext>
            </p:extLst>
          </p:nvPr>
        </p:nvGraphicFramePr>
        <p:xfrm>
          <a:off x="4348672" y="2868557"/>
          <a:ext cx="3494657" cy="135305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98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01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95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Análise e alinhamento interno EDF para tratativa dos itens pendentes do Parking </a:t>
                      </a:r>
                      <a:r>
                        <a:rPr lang="pt-BR" sz="950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Lot</a:t>
                      </a:r>
                      <a:endParaRPr lang="pt-BR" sz="95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en-US" sz="95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21 e 22/05</a:t>
                      </a:r>
                      <a:endParaRPr kumimoji="0" lang="pt-BR" sz="9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468826"/>
                  </a:ext>
                </a:extLst>
              </a:tr>
              <a:tr h="45101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95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Aprovação do plano de governança do projeto e cronograma versão inicial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kumimoji="0" lang="pt-BR" sz="9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Inter"/>
                          <a:cs typeface="Arial"/>
                          <a:sym typeface="Arial"/>
                        </a:rPr>
                        <a:t>22/05</a:t>
                      </a: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2559863"/>
                  </a:ext>
                </a:extLst>
              </a:tr>
              <a:tr h="45101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95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Carga de dados mestres, habilitação das features e parâmetros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kumimoji="0" lang="pt-BR" sz="9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Inter"/>
                          <a:cs typeface="Arial"/>
                          <a:sym typeface="Arial"/>
                        </a:rPr>
                        <a:t>21 a 22/05</a:t>
                      </a: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2661901"/>
                  </a:ext>
                </a:extLst>
              </a:tr>
            </a:tbl>
          </a:graphicData>
        </a:graphic>
      </p:graphicFrame>
      <p:graphicFrame>
        <p:nvGraphicFramePr>
          <p:cNvPr id="83" name="Google Shape;308;g1efeed3581c_2_109">
            <a:extLst>
              <a:ext uri="{FF2B5EF4-FFF2-40B4-BE49-F238E27FC236}">
                <a16:creationId xmlns:a16="http://schemas.microsoft.com/office/drawing/2014/main" id="{21F5F568-16E2-205D-B3EB-C34EE1A99C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0806508"/>
              </p:ext>
            </p:extLst>
          </p:nvPr>
        </p:nvGraphicFramePr>
        <p:xfrm>
          <a:off x="8257272" y="2860340"/>
          <a:ext cx="3494657" cy="181524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98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15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Devolutiva EDF dos </a:t>
                      </a:r>
                      <a:r>
                        <a:rPr lang="pt-BR" sz="95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itens pendentes do Parking </a:t>
                      </a:r>
                      <a:r>
                        <a:rPr lang="pt-BR" sz="950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Lot</a:t>
                      </a:r>
                      <a:endParaRPr lang="pt-BR" sz="95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kumimoji="0" lang="pt-BR" sz="9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Inter"/>
                          <a:cs typeface="Arial"/>
                          <a:sym typeface="Arial"/>
                        </a:rPr>
                        <a:t>25/05</a:t>
                      </a: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8456304"/>
                  </a:ext>
                </a:extLst>
              </a:tr>
              <a:tr h="3280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95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Elaboração dos </a:t>
                      </a:r>
                      <a:r>
                        <a:rPr lang="pt-BR" sz="950" b="0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FDDs</a:t>
                      </a:r>
                      <a:r>
                        <a:rPr lang="pt-BR" sz="95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 (</a:t>
                      </a:r>
                      <a:r>
                        <a:rPr lang="pt-BR" sz="950" b="0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Functional</a:t>
                      </a:r>
                      <a:r>
                        <a:rPr lang="pt-BR" sz="95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 Design </a:t>
                      </a:r>
                      <a:r>
                        <a:rPr lang="pt-BR" sz="950" b="0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Documents</a:t>
                      </a:r>
                      <a:r>
                        <a:rPr lang="pt-BR" sz="95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)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25/05 e 26/05</a:t>
                      </a:r>
                      <a:endParaRPr kumimoji="0" lang="pt-BR" sz="9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6626724"/>
                  </a:ext>
                </a:extLst>
              </a:tr>
              <a:tr h="3280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Workshop B – SLP, </a:t>
                      </a:r>
                      <a:r>
                        <a:rPr lang="pt-BR" sz="9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Sourcing</a:t>
                      </a: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 e Network</a:t>
                      </a:r>
                      <a:endParaRPr lang="pt-BR" sz="95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26 e 27/05</a:t>
                      </a: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1848397"/>
                  </a:ext>
                </a:extLst>
              </a:tr>
              <a:tr h="3280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Aprovação do FDD e encerramento da fase Explore</a:t>
                      </a:r>
                      <a:endParaRPr lang="pt-BR" sz="95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28/05</a:t>
                      </a: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7190276"/>
                  </a:ext>
                </a:extLst>
              </a:tr>
              <a:tr h="3280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Realize Setup – início das configurações e integrações</a:t>
                      </a:r>
                      <a:endParaRPr lang="pt-BR" sz="95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29/05</a:t>
                      </a: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9473896"/>
                  </a:ext>
                </a:extLst>
              </a:tr>
            </a:tbl>
          </a:graphicData>
        </a:graphic>
      </p:graphicFrame>
      <p:sp>
        <p:nvSpPr>
          <p:cNvPr id="84" name="Shape 17">
            <a:extLst>
              <a:ext uri="{FF2B5EF4-FFF2-40B4-BE49-F238E27FC236}">
                <a16:creationId xmlns:a16="http://schemas.microsoft.com/office/drawing/2014/main" id="{13F23119-D057-E680-12F4-DC205353A138}"/>
              </a:ext>
            </a:extLst>
          </p:cNvPr>
          <p:cNvSpPr/>
          <p:nvPr/>
        </p:nvSpPr>
        <p:spPr>
          <a:xfrm>
            <a:off x="382908" y="4816118"/>
            <a:ext cx="3672000" cy="1463912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>
              <a:latin typeface="Inter"/>
            </a:endParaRPr>
          </a:p>
        </p:txBody>
      </p:sp>
      <p:pic>
        <p:nvPicPr>
          <p:cNvPr id="85" name="Gráfico 84" descr="Aviso com preenchimento sólido">
            <a:extLst>
              <a:ext uri="{FF2B5EF4-FFF2-40B4-BE49-F238E27FC236}">
                <a16:creationId xmlns:a16="http://schemas.microsoft.com/office/drawing/2014/main" id="{88CB9ED3-BA8F-6FF4-FCC2-49C4AB79E8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76980" y="4883927"/>
            <a:ext cx="214242" cy="214242"/>
          </a:xfrm>
          <a:prstGeom prst="rect">
            <a:avLst/>
          </a:prstGeom>
        </p:spPr>
      </p:pic>
      <p:sp>
        <p:nvSpPr>
          <p:cNvPr id="86" name="TextBox 9">
            <a:extLst>
              <a:ext uri="{FF2B5EF4-FFF2-40B4-BE49-F238E27FC236}">
                <a16:creationId xmlns:a16="http://schemas.microsoft.com/office/drawing/2014/main" id="{C30DB7C4-9367-6E15-4127-79A6313BC8D2}"/>
              </a:ext>
            </a:extLst>
          </p:cNvPr>
          <p:cNvSpPr txBox="1"/>
          <p:nvPr/>
        </p:nvSpPr>
        <p:spPr>
          <a:xfrm>
            <a:off x="1162982" y="4901178"/>
            <a:ext cx="1970979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200" b="1" i="0" dirty="0">
                <a:solidFill>
                  <a:srgbClr val="FE5716"/>
                </a:solidFill>
                <a:latin typeface="Montserrat"/>
              </a:rPr>
              <a:t>PONTOS DE ATENÇÃO</a:t>
            </a:r>
            <a:endParaRPr sz="1200" b="1" i="0" dirty="0">
              <a:solidFill>
                <a:srgbClr val="FE5716"/>
              </a:solidFill>
              <a:latin typeface="Montserrat"/>
            </a:endParaRPr>
          </a:p>
        </p:txBody>
      </p:sp>
      <p:graphicFrame>
        <p:nvGraphicFramePr>
          <p:cNvPr id="87" name="Google Shape;308;g1efeed3581c_2_109">
            <a:extLst>
              <a:ext uri="{FF2B5EF4-FFF2-40B4-BE49-F238E27FC236}">
                <a16:creationId xmlns:a16="http://schemas.microsoft.com/office/drawing/2014/main" id="{085F4870-1FA1-A8E0-F416-0AD387C200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2819122"/>
              </p:ext>
            </p:extLst>
          </p:nvPr>
        </p:nvGraphicFramePr>
        <p:xfrm>
          <a:off x="471580" y="5147530"/>
          <a:ext cx="3531077" cy="7620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31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97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Necessidade de devolutiva dos itens do Parking </a:t>
                      </a:r>
                      <a:r>
                        <a:rPr lang="pt-BR" sz="9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Lot</a:t>
                      </a: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 até 25/05 para continuidade das definições do projeto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678524"/>
                  </a:ext>
                </a:extLst>
              </a:tr>
              <a:tr h="325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95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Ambiente de Produção SAP S/4HANA totalmente configurado até a semana 09 do projeto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2018865"/>
                  </a:ext>
                </a:extLst>
              </a:tr>
            </a:tbl>
          </a:graphicData>
        </a:graphic>
      </p:graphicFrame>
      <p:sp>
        <p:nvSpPr>
          <p:cNvPr id="88" name="Shape 17">
            <a:extLst>
              <a:ext uri="{FF2B5EF4-FFF2-40B4-BE49-F238E27FC236}">
                <a16:creationId xmlns:a16="http://schemas.microsoft.com/office/drawing/2014/main" id="{6107F7E0-7DB5-D538-D973-AAFDE58DE240}"/>
              </a:ext>
            </a:extLst>
          </p:cNvPr>
          <p:cNvSpPr/>
          <p:nvPr/>
        </p:nvSpPr>
        <p:spPr>
          <a:xfrm>
            <a:off x="4260000" y="4816118"/>
            <a:ext cx="3672000" cy="1463912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>
              <a:latin typeface="Inter"/>
            </a:endParaRPr>
          </a:p>
        </p:txBody>
      </p:sp>
      <p:pic>
        <p:nvPicPr>
          <p:cNvPr id="89" name="Gráfico 88" descr="Área de Transferência Marcada com preenchimento sólido">
            <a:extLst>
              <a:ext uri="{FF2B5EF4-FFF2-40B4-BE49-F238E27FC236}">
                <a16:creationId xmlns:a16="http://schemas.microsoft.com/office/drawing/2014/main" id="{F82A1F31-EB11-4FE5-49A0-4373AF1EE4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667499" y="4848048"/>
            <a:ext cx="251593" cy="251593"/>
          </a:xfrm>
          <a:prstGeom prst="rect">
            <a:avLst/>
          </a:prstGeom>
        </p:spPr>
      </p:pic>
      <p:sp>
        <p:nvSpPr>
          <p:cNvPr id="90" name="TextBox 9">
            <a:extLst>
              <a:ext uri="{FF2B5EF4-FFF2-40B4-BE49-F238E27FC236}">
                <a16:creationId xmlns:a16="http://schemas.microsoft.com/office/drawing/2014/main" id="{E0517213-CA6F-EC3A-66DC-897382E0D8E8}"/>
              </a:ext>
            </a:extLst>
          </p:cNvPr>
          <p:cNvSpPr txBox="1"/>
          <p:nvPr/>
        </p:nvSpPr>
        <p:spPr>
          <a:xfrm>
            <a:off x="5040074" y="4901178"/>
            <a:ext cx="2717919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200" b="1" i="0" dirty="0">
                <a:solidFill>
                  <a:srgbClr val="123075"/>
                </a:solidFill>
                <a:latin typeface="Montserrat"/>
              </a:rPr>
              <a:t>DEFINIÇÕES EM ANDAMENTO</a:t>
            </a:r>
            <a:endParaRPr sz="1200" b="1" i="0" dirty="0">
              <a:solidFill>
                <a:srgbClr val="123075"/>
              </a:solidFill>
              <a:latin typeface="Montserrat"/>
            </a:endParaRPr>
          </a:p>
        </p:txBody>
      </p:sp>
      <p:sp>
        <p:nvSpPr>
          <p:cNvPr id="92" name="Shape 17">
            <a:extLst>
              <a:ext uri="{FF2B5EF4-FFF2-40B4-BE49-F238E27FC236}">
                <a16:creationId xmlns:a16="http://schemas.microsoft.com/office/drawing/2014/main" id="{34B5D752-F3D9-795D-0ADC-A0C406C388A5}"/>
              </a:ext>
            </a:extLst>
          </p:cNvPr>
          <p:cNvSpPr/>
          <p:nvPr/>
        </p:nvSpPr>
        <p:spPr>
          <a:xfrm>
            <a:off x="8134229" y="4816118"/>
            <a:ext cx="3672000" cy="1463912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>
              <a:latin typeface="Inter"/>
            </a:endParaRPr>
          </a:p>
        </p:txBody>
      </p:sp>
      <p:pic>
        <p:nvPicPr>
          <p:cNvPr id="93" name="Gráfico 92" descr="Adicionar Comentário com preenchimento sólido">
            <a:extLst>
              <a:ext uri="{FF2B5EF4-FFF2-40B4-BE49-F238E27FC236}">
                <a16:creationId xmlns:a16="http://schemas.microsoft.com/office/drawing/2014/main" id="{0EB40F56-DB54-0C92-A7DC-D65EBB20B4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504901" y="4883927"/>
            <a:ext cx="257371" cy="257371"/>
          </a:xfrm>
          <a:prstGeom prst="rect">
            <a:avLst/>
          </a:prstGeom>
        </p:spPr>
      </p:pic>
      <p:sp>
        <p:nvSpPr>
          <p:cNvPr id="94" name="TextBox 9">
            <a:extLst>
              <a:ext uri="{FF2B5EF4-FFF2-40B4-BE49-F238E27FC236}">
                <a16:creationId xmlns:a16="http://schemas.microsoft.com/office/drawing/2014/main" id="{C5ADB6AE-FDD8-B8D4-2147-EBD23D94C6E8}"/>
              </a:ext>
            </a:extLst>
          </p:cNvPr>
          <p:cNvSpPr txBox="1"/>
          <p:nvPr/>
        </p:nvSpPr>
        <p:spPr>
          <a:xfrm>
            <a:off x="8914303" y="4901178"/>
            <a:ext cx="1970979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200" b="1" i="0" dirty="0">
                <a:solidFill>
                  <a:srgbClr val="FE5716"/>
                </a:solidFill>
                <a:latin typeface="Montserrat"/>
              </a:rPr>
              <a:t>OBSERVAÇÕES</a:t>
            </a:r>
            <a:endParaRPr sz="1200" b="1" i="0" dirty="0">
              <a:solidFill>
                <a:srgbClr val="FE5716"/>
              </a:solidFill>
              <a:latin typeface="Montserrat"/>
            </a:endParaRPr>
          </a:p>
        </p:txBody>
      </p:sp>
      <p:graphicFrame>
        <p:nvGraphicFramePr>
          <p:cNvPr id="95" name="Google Shape;308;g1efeed3581c_2_109">
            <a:extLst>
              <a:ext uri="{FF2B5EF4-FFF2-40B4-BE49-F238E27FC236}">
                <a16:creationId xmlns:a16="http://schemas.microsoft.com/office/drawing/2014/main" id="{C86DA0BA-5452-7B9B-1933-60020D23BE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5982455"/>
              </p:ext>
            </p:extLst>
          </p:nvPr>
        </p:nvGraphicFramePr>
        <p:xfrm>
          <a:off x="8222901" y="5147530"/>
          <a:ext cx="3549466" cy="11303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49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11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Agendas de Data </a:t>
                      </a:r>
                      <a:r>
                        <a:rPr lang="pt-BR" sz="1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Collection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e revisão do Parking </a:t>
                      </a:r>
                      <a:r>
                        <a:rPr lang="pt-BR" sz="1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Lot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demandaram maior nível de detalhamento, impactando o SPI atual (0,79)</a:t>
                      </a:r>
                      <a:endParaRPr lang="pt-BR" sz="95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678524"/>
                  </a:ext>
                </a:extLst>
              </a:tr>
              <a:tr h="38811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Workshops B e encerramento da fase Explore reprogramados para a próxima semana, visando maior maturidade das definições</a:t>
                      </a:r>
                      <a:endParaRPr lang="pt-BR" sz="95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1021988"/>
                  </a:ext>
                </a:extLst>
              </a:tr>
              <a:tr h="33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Alto engajamento das equipes EDF e Stratesys nas agendas iniciais</a:t>
                      </a:r>
                      <a:endParaRPr lang="pt-BR" sz="95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51987"/>
                  </a:ext>
                </a:extLst>
              </a:tr>
            </a:tbl>
          </a:graphicData>
        </a:graphic>
      </p:graphicFrame>
      <p:sp>
        <p:nvSpPr>
          <p:cNvPr id="96" name="Google Shape;314;g1efeed3581c_2_109">
            <a:extLst>
              <a:ext uri="{FF2B5EF4-FFF2-40B4-BE49-F238E27FC236}">
                <a16:creationId xmlns:a16="http://schemas.microsoft.com/office/drawing/2014/main" id="{7A1C7B38-D3A1-FD43-5D99-4E1E9568A5CA}"/>
              </a:ext>
            </a:extLst>
          </p:cNvPr>
          <p:cNvSpPr txBox="1"/>
          <p:nvPr/>
        </p:nvSpPr>
        <p:spPr>
          <a:xfrm>
            <a:off x="10618420" y="6357506"/>
            <a:ext cx="1236604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700" b="1" i="0">
                <a:solidFill>
                  <a:srgbClr val="4A5568"/>
                </a:solidFill>
                <a:latin typeface="Consolas"/>
              </a:defRPr>
            </a:lvl1pPr>
          </a:lstStyle>
          <a:p>
            <a:r>
              <a:rPr lang="pt-BR" sz="750" dirty="0">
                <a:sym typeface="IBM Plex Sans"/>
              </a:rPr>
              <a:t>Em Atraso (SPI &lt;= 0,90)</a:t>
            </a:r>
            <a:endParaRPr sz="750" dirty="0"/>
          </a:p>
        </p:txBody>
      </p:sp>
      <p:sp>
        <p:nvSpPr>
          <p:cNvPr id="97" name="Google Shape;315;g1efeed3581c_2_109">
            <a:extLst>
              <a:ext uri="{FF2B5EF4-FFF2-40B4-BE49-F238E27FC236}">
                <a16:creationId xmlns:a16="http://schemas.microsoft.com/office/drawing/2014/main" id="{ACDCD79F-246D-1D1B-5C51-3007CC98E511}"/>
              </a:ext>
            </a:extLst>
          </p:cNvPr>
          <p:cNvSpPr txBox="1"/>
          <p:nvPr/>
        </p:nvSpPr>
        <p:spPr>
          <a:xfrm>
            <a:off x="8637228" y="6357506"/>
            <a:ext cx="1686299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700" b="1" i="0">
                <a:solidFill>
                  <a:srgbClr val="4A5568"/>
                </a:solidFill>
                <a:latin typeface="Consolas"/>
              </a:defRPr>
            </a:lvl1pPr>
          </a:lstStyle>
          <a:p>
            <a:r>
              <a:rPr lang="pt-BR" sz="750" dirty="0">
                <a:sym typeface="IBM Plex Sans"/>
              </a:rPr>
              <a:t>Em Atenção (0,95 &gt;= SPI &gt; 0,90)</a:t>
            </a:r>
            <a:endParaRPr sz="750" dirty="0">
              <a:sym typeface="IBM Plex Sans"/>
            </a:endParaRPr>
          </a:p>
        </p:txBody>
      </p:sp>
      <p:sp>
        <p:nvSpPr>
          <p:cNvPr id="98" name="Google Shape;316;g1efeed3581c_2_109">
            <a:extLst>
              <a:ext uri="{FF2B5EF4-FFF2-40B4-BE49-F238E27FC236}">
                <a16:creationId xmlns:a16="http://schemas.microsoft.com/office/drawing/2014/main" id="{43C3D3B9-A03C-2AA5-5CD2-F27031CF419D}"/>
              </a:ext>
            </a:extLst>
          </p:cNvPr>
          <p:cNvSpPr txBox="1"/>
          <p:nvPr/>
        </p:nvSpPr>
        <p:spPr>
          <a:xfrm>
            <a:off x="6208737" y="6357506"/>
            <a:ext cx="922110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700" b="1" i="0">
                <a:solidFill>
                  <a:srgbClr val="4A5568"/>
                </a:solidFill>
                <a:latin typeface="Consolas"/>
              </a:defRPr>
            </a:lvl1pPr>
          </a:lstStyle>
          <a:p>
            <a:r>
              <a:rPr lang="pt-BR" sz="750" dirty="0">
                <a:sym typeface="IBM Plex Sans"/>
              </a:rPr>
              <a:t>Legenda:</a:t>
            </a:r>
            <a:endParaRPr sz="750" dirty="0"/>
          </a:p>
        </p:txBody>
      </p:sp>
      <p:sp>
        <p:nvSpPr>
          <p:cNvPr id="99" name="Google Shape;317;g1efeed3581c_2_109">
            <a:extLst>
              <a:ext uri="{FF2B5EF4-FFF2-40B4-BE49-F238E27FC236}">
                <a16:creationId xmlns:a16="http://schemas.microsoft.com/office/drawing/2014/main" id="{CE15A589-776A-C1BE-0E8A-3A1624B609B7}"/>
              </a:ext>
            </a:extLst>
          </p:cNvPr>
          <p:cNvSpPr/>
          <p:nvPr/>
        </p:nvSpPr>
        <p:spPr>
          <a:xfrm>
            <a:off x="10468456" y="6373048"/>
            <a:ext cx="108000" cy="10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cubicBezTo>
                  <a:pt x="0" y="26863"/>
                  <a:pt x="26863" y="0"/>
                  <a:pt x="60000" y="0"/>
                </a:cubicBezTo>
                <a:cubicBezTo>
                  <a:pt x="93137" y="0"/>
                  <a:pt x="120000" y="26863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3" y="120000"/>
                  <a:pt x="0" y="93137"/>
                  <a:pt x="0" y="6000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206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0" name="Google Shape;318;g1efeed3581c_2_109">
            <a:extLst>
              <a:ext uri="{FF2B5EF4-FFF2-40B4-BE49-F238E27FC236}">
                <a16:creationId xmlns:a16="http://schemas.microsoft.com/office/drawing/2014/main" id="{BD2AA573-D134-CE86-BF7E-D84455F79A2E}"/>
              </a:ext>
            </a:extLst>
          </p:cNvPr>
          <p:cNvSpPr txBox="1"/>
          <p:nvPr/>
        </p:nvSpPr>
        <p:spPr>
          <a:xfrm>
            <a:off x="7158240" y="6362269"/>
            <a:ext cx="1152625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700" b="1" i="0">
                <a:solidFill>
                  <a:srgbClr val="4A5568"/>
                </a:solidFill>
                <a:latin typeface="Consolas"/>
              </a:defRPr>
            </a:lvl1pPr>
          </a:lstStyle>
          <a:p>
            <a:r>
              <a:rPr lang="pt-BR" sz="750" dirty="0">
                <a:sym typeface="IBM Plex Sans"/>
              </a:rPr>
              <a:t>No prazo (SPI &gt; 0,95)</a:t>
            </a:r>
            <a:endParaRPr sz="750" dirty="0"/>
          </a:p>
        </p:txBody>
      </p:sp>
      <p:sp>
        <p:nvSpPr>
          <p:cNvPr id="101" name="Google Shape;319;g1efeed3581c_2_109">
            <a:extLst>
              <a:ext uri="{FF2B5EF4-FFF2-40B4-BE49-F238E27FC236}">
                <a16:creationId xmlns:a16="http://schemas.microsoft.com/office/drawing/2014/main" id="{1EDA4E4B-4326-22D7-7AB8-10415F28D7E7}"/>
              </a:ext>
            </a:extLst>
          </p:cNvPr>
          <p:cNvSpPr/>
          <p:nvPr/>
        </p:nvSpPr>
        <p:spPr>
          <a:xfrm>
            <a:off x="7033828" y="6377811"/>
            <a:ext cx="108000" cy="10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cubicBezTo>
                  <a:pt x="0" y="26863"/>
                  <a:pt x="26863" y="0"/>
                  <a:pt x="60000" y="0"/>
                </a:cubicBezTo>
                <a:cubicBezTo>
                  <a:pt x="93137" y="0"/>
                  <a:pt x="120000" y="26863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3" y="120000"/>
                  <a:pt x="0" y="93137"/>
                  <a:pt x="0" y="6000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206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2" name="Google Shape;320;g1efeed3581c_2_109">
            <a:extLst>
              <a:ext uri="{FF2B5EF4-FFF2-40B4-BE49-F238E27FC236}">
                <a16:creationId xmlns:a16="http://schemas.microsoft.com/office/drawing/2014/main" id="{73CDD0E1-9EC9-F035-8D40-F5FDCA2040F4}"/>
              </a:ext>
            </a:extLst>
          </p:cNvPr>
          <p:cNvSpPr txBox="1"/>
          <p:nvPr/>
        </p:nvSpPr>
        <p:spPr>
          <a:xfrm>
            <a:off x="4483436" y="6357506"/>
            <a:ext cx="2003790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900" b="1" i="0">
                <a:solidFill>
                  <a:srgbClr val="4A5568"/>
                </a:solidFill>
                <a:latin typeface="Consolas"/>
              </a:defRPr>
            </a:lvl1pPr>
          </a:lstStyle>
          <a:p>
            <a:r>
              <a:rPr lang="pt-BR" sz="750" dirty="0">
                <a:sym typeface="IBM Plex Sans"/>
              </a:rPr>
              <a:t>*SPI = Realizado / Planejado</a:t>
            </a:r>
            <a:endParaRPr sz="750" dirty="0"/>
          </a:p>
        </p:txBody>
      </p:sp>
      <p:sp>
        <p:nvSpPr>
          <p:cNvPr id="103" name="Google Shape;321;g1efeed3581c_2_109">
            <a:extLst>
              <a:ext uri="{FF2B5EF4-FFF2-40B4-BE49-F238E27FC236}">
                <a16:creationId xmlns:a16="http://schemas.microsoft.com/office/drawing/2014/main" id="{4051B2DB-5F0C-9B38-66F6-C1325E704D83}"/>
              </a:ext>
            </a:extLst>
          </p:cNvPr>
          <p:cNvSpPr/>
          <p:nvPr/>
        </p:nvSpPr>
        <p:spPr>
          <a:xfrm>
            <a:off x="8504901" y="6373048"/>
            <a:ext cx="108000" cy="10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cubicBezTo>
                  <a:pt x="0" y="26863"/>
                  <a:pt x="26863" y="0"/>
                  <a:pt x="60000" y="0"/>
                </a:cubicBezTo>
                <a:cubicBezTo>
                  <a:pt x="93137" y="0"/>
                  <a:pt x="120000" y="26863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3" y="120000"/>
                  <a:pt x="0" y="93137"/>
                  <a:pt x="0" y="6000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206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20" name="Google Shape;308;g1efeed3581c_2_109">
            <a:extLst>
              <a:ext uri="{FF2B5EF4-FFF2-40B4-BE49-F238E27FC236}">
                <a16:creationId xmlns:a16="http://schemas.microsoft.com/office/drawing/2014/main" id="{C6E01ED6-6667-ECAE-0A7C-8ED28F8394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1532027"/>
              </p:ext>
            </p:extLst>
          </p:nvPr>
        </p:nvGraphicFramePr>
        <p:xfrm>
          <a:off x="4274463" y="5147530"/>
          <a:ext cx="3549466" cy="77622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49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11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Definição do fluxo RFQ/Requisição no S/4HANA para integração com ARIBA </a:t>
                      </a:r>
                      <a:r>
                        <a:rPr lang="pt-BR" sz="9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Sourcing</a:t>
                      </a:r>
                      <a:endParaRPr lang="pt-BR" sz="9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678524"/>
                  </a:ext>
                </a:extLst>
              </a:tr>
              <a:tr h="38811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Tratativa e alinhamento dos itens pendentes do Parking </a:t>
                      </a:r>
                      <a:r>
                        <a:rPr lang="pt-BR" sz="1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Lot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10219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Connector 21"/>
          <p:cNvCxnSpPr/>
          <p:nvPr/>
        </p:nvCxnSpPr>
        <p:spPr>
          <a:xfrm>
            <a:off x="508000" y="6540500"/>
            <a:ext cx="11175695" cy="0"/>
          </a:xfrm>
          <a:prstGeom prst="line">
            <a:avLst/>
          </a:prstGeom>
          <a:ln w="6350">
            <a:solidFill>
              <a:srgbClr val="E0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8000" y="66040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4A5568"/>
                </a:solidFill>
                <a:latin typeface="Consolas"/>
              </a:rPr>
              <a:t>Implementação SAP Ariba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8695" y="6604000"/>
            <a:ext cx="3175000" cy="141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25" b="0" i="0" dirty="0">
                <a:solidFill>
                  <a:srgbClr val="4A5568"/>
                </a:solidFill>
                <a:latin typeface="Consolas"/>
              </a:rPr>
              <a:t>EDF × Stratesys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1962000"/>
            <a:ext cx="11472119" cy="306000"/>
          </a:xfrm>
          <a:prstGeom prst="rect">
            <a:avLst/>
          </a:prstGeom>
          <a:solidFill>
            <a:srgbClr val="123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2000" y="1998000"/>
            <a:ext cx="1476000" cy="23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1" i="0" dirty="0">
                <a:solidFill>
                  <a:srgbClr val="FFFFFF"/>
                </a:solidFill>
                <a:latin typeface="Calibri"/>
              </a:rPr>
              <a:t>LINHA / 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73578" y="2027574"/>
            <a:ext cx="1125869" cy="174851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lang="pt-BR" sz="900" b="1" i="0" dirty="0">
                <a:solidFill>
                  <a:srgbClr val="FECDA5"/>
                </a:solidFill>
                <a:latin typeface="Calibri"/>
              </a:rPr>
              <a:t>Prepare</a:t>
            </a:r>
            <a:endParaRPr sz="900" b="1" i="0" dirty="0">
              <a:solidFill>
                <a:srgbClr val="FECDA5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75647" y="2027574"/>
            <a:ext cx="4478235" cy="174851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900" b="1" i="0" dirty="0">
                <a:solidFill>
                  <a:srgbClr val="FECDA5"/>
                </a:solidFill>
                <a:latin typeface="Calibri"/>
              </a:rPr>
              <a:t>Explore · 18 → 22/05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53882" y="2027574"/>
            <a:ext cx="4478235" cy="174851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lang="pt-BR" sz="900" b="1" dirty="0">
                <a:solidFill>
                  <a:srgbClr val="FECDA5"/>
                </a:solidFill>
                <a:latin typeface="Calibri"/>
              </a:rPr>
              <a:t>Explore / </a:t>
            </a:r>
            <a:r>
              <a:rPr lang="pt-BR" sz="900" b="1" i="0" dirty="0">
                <a:solidFill>
                  <a:srgbClr val="FECDA5"/>
                </a:solidFill>
                <a:latin typeface="Calibri"/>
              </a:rPr>
              <a:t>Realize</a:t>
            </a:r>
            <a:r>
              <a:rPr sz="900" b="1" i="0" dirty="0">
                <a:solidFill>
                  <a:srgbClr val="FECDA5"/>
                </a:solidFill>
                <a:latin typeface="Calibri"/>
              </a:rPr>
              <a:t> · 25 → 29/05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0000" y="2268000"/>
            <a:ext cx="11472119" cy="180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65700" y="2278269"/>
            <a:ext cx="895647" cy="159462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lang="pt-BR" sz="800" b="1" i="0" dirty="0">
                <a:solidFill>
                  <a:srgbClr val="888888"/>
                </a:solidFill>
                <a:latin typeface="Calibri"/>
              </a:rPr>
              <a:t>Sex 15</a:t>
            </a:r>
            <a:endParaRPr sz="800" b="1" i="0" dirty="0">
              <a:solidFill>
                <a:srgbClr val="888888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875647" y="2278269"/>
            <a:ext cx="895647" cy="159462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800" b="1" i="0" dirty="0">
                <a:solidFill>
                  <a:srgbClr val="888888"/>
                </a:solidFill>
                <a:latin typeface="Calibri"/>
              </a:rPr>
              <a:t>Seg 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71294" y="2278269"/>
            <a:ext cx="895647" cy="159462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Ter 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6941" y="2278269"/>
            <a:ext cx="895647" cy="159462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Qua 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62588" y="2278269"/>
            <a:ext cx="895647" cy="159462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Qui 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8235" y="2278269"/>
            <a:ext cx="895647" cy="159462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Sex 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53882" y="2278269"/>
            <a:ext cx="895647" cy="159462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Seg 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9529" y="2278269"/>
            <a:ext cx="895647" cy="159462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Ter 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5176" y="2278269"/>
            <a:ext cx="895647" cy="159462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Qua 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40823" y="2278269"/>
            <a:ext cx="895647" cy="159462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Qui 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36470" y="2278269"/>
            <a:ext cx="895647" cy="159462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800" b="1" i="0">
                <a:solidFill>
                  <a:srgbClr val="888888"/>
                </a:solidFill>
                <a:latin typeface="Calibri"/>
              </a:rPr>
              <a:t>Sex 29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0000" y="2448000"/>
            <a:ext cx="108000" cy="1080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22000" y="2532880"/>
            <a:ext cx="1440000" cy="19024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lang="pt-BR" sz="1000" b="1" i="0" dirty="0">
                <a:solidFill>
                  <a:srgbClr val="123075"/>
                </a:solidFill>
                <a:latin typeface="Calibri"/>
              </a:rPr>
              <a:t>Manhã</a:t>
            </a:r>
            <a:endParaRPr sz="1000" b="1" i="0" dirty="0">
              <a:solidFill>
                <a:srgbClr val="123075"/>
              </a:solidFill>
              <a:latin typeface="Calibri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2893647" y="2501999"/>
            <a:ext cx="859647" cy="1021989"/>
          </a:xfrm>
          <a:prstGeom prst="roundRect">
            <a:avLst>
              <a:gd name="adj" fmla="val 6972"/>
            </a:avLst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Workshop A</a:t>
            </a:r>
            <a:br>
              <a:rPr lang="pt-BR" sz="800" b="1" dirty="0">
                <a:solidFill>
                  <a:srgbClr val="FFFFFF"/>
                </a:solidFill>
              </a:rPr>
            </a:br>
            <a:r>
              <a:rPr lang="pt-BR" sz="800" b="1" dirty="0">
                <a:solidFill>
                  <a:srgbClr val="FFFFFF"/>
                </a:solidFill>
              </a:rPr>
              <a:t>SLP</a:t>
            </a:r>
            <a:endParaRPr lang="pt-BR" sz="800" dirty="0">
              <a:solidFill>
                <a:srgbClr val="FFFFFF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60000" y="3558493"/>
            <a:ext cx="11472119" cy="360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60000" y="3558493"/>
            <a:ext cx="108000" cy="360000"/>
          </a:xfrm>
          <a:prstGeom prst="rect">
            <a:avLst/>
          </a:prstGeom>
          <a:solidFill>
            <a:srgbClr val="880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2000" y="3643373"/>
            <a:ext cx="1440000" cy="19024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lang="pt-BR" sz="1000" b="1" i="0" dirty="0">
                <a:solidFill>
                  <a:srgbClr val="123075"/>
                </a:solidFill>
                <a:latin typeface="Calibri"/>
              </a:rPr>
              <a:t>Intervalo</a:t>
            </a:r>
            <a:endParaRPr sz="1000" b="1" i="0" dirty="0">
              <a:solidFill>
                <a:srgbClr val="123075"/>
              </a:solidFill>
              <a:latin typeface="Calibri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2875647" y="3943836"/>
            <a:ext cx="859647" cy="679234"/>
          </a:xfrm>
          <a:prstGeom prst="roundRect">
            <a:avLst>
              <a:gd name="adj" fmla="val 5799"/>
            </a:avLst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Workshop A</a:t>
            </a:r>
            <a:br>
              <a:rPr lang="pt-BR" sz="800" b="1" dirty="0">
                <a:solidFill>
                  <a:srgbClr val="FFFFFF"/>
                </a:solidFill>
              </a:rPr>
            </a:br>
            <a:r>
              <a:rPr lang="pt-BR" sz="800" b="1" dirty="0" err="1">
                <a:solidFill>
                  <a:srgbClr val="FFFFFF"/>
                </a:solidFill>
              </a:rPr>
              <a:t>Sourcing</a:t>
            </a:r>
            <a:endParaRPr lang="pt-BR" sz="800" dirty="0">
              <a:solidFill>
                <a:srgbClr val="FFFFFF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8285529" y="3954060"/>
            <a:ext cx="859647" cy="1080000"/>
          </a:xfrm>
          <a:prstGeom prst="roundRect">
            <a:avLst>
              <a:gd name="adj" fmla="val 4848"/>
            </a:avLst>
          </a:prstGeom>
          <a:solidFill>
            <a:srgbClr val="123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Elaboração do FDD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0000" y="3952997"/>
            <a:ext cx="108000" cy="108000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2000" y="4037877"/>
            <a:ext cx="1440000" cy="19024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lang="pt-BR" sz="1000" b="1" i="0" dirty="0">
                <a:solidFill>
                  <a:srgbClr val="123075"/>
                </a:solidFill>
                <a:latin typeface="Calibri"/>
              </a:rPr>
              <a:t>Tarde</a:t>
            </a:r>
            <a:endParaRPr sz="1000" b="1" i="0" dirty="0">
              <a:solidFill>
                <a:srgbClr val="123075"/>
              </a:solidFill>
              <a:latin typeface="Calibri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3764488" y="3943836"/>
            <a:ext cx="859647" cy="1082508"/>
          </a:xfrm>
          <a:prstGeom prst="roundRect">
            <a:avLst>
              <a:gd name="adj" fmla="val 4479"/>
            </a:avLst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Data </a:t>
            </a:r>
            <a:r>
              <a:rPr lang="pt-BR" sz="800" b="1" dirty="0" err="1">
                <a:solidFill>
                  <a:srgbClr val="FFFFFF"/>
                </a:solidFill>
              </a:rPr>
              <a:t>Collection</a:t>
            </a:r>
            <a:r>
              <a:rPr lang="pt-BR" sz="800" b="1" dirty="0">
                <a:solidFill>
                  <a:srgbClr val="FFFFFF"/>
                </a:solidFill>
              </a:rPr>
              <a:t> + Revisão do Parking </a:t>
            </a:r>
            <a:r>
              <a:rPr lang="pt-BR" sz="800" b="1" dirty="0" err="1">
                <a:solidFill>
                  <a:srgbClr val="FFFFFF"/>
                </a:solidFill>
              </a:rPr>
              <a:t>Lot</a:t>
            </a:r>
            <a:br>
              <a:rPr lang="pt-BR" sz="800" b="1" dirty="0">
                <a:solidFill>
                  <a:srgbClr val="FFFFFF"/>
                </a:solidFill>
              </a:rPr>
            </a:br>
            <a:r>
              <a:rPr lang="pt-BR" sz="800" b="1" dirty="0">
                <a:solidFill>
                  <a:srgbClr val="FFFFFF"/>
                </a:solidFill>
              </a:rPr>
              <a:t>(Sessão 1)</a:t>
            </a:r>
            <a:endParaRPr dirty="0"/>
          </a:p>
        </p:txBody>
      </p:sp>
      <p:sp>
        <p:nvSpPr>
          <p:cNvPr id="75" name="Rounded Rectangle 74"/>
          <p:cNvSpPr/>
          <p:nvPr/>
        </p:nvSpPr>
        <p:spPr>
          <a:xfrm>
            <a:off x="10067257" y="2711816"/>
            <a:ext cx="859647" cy="252000"/>
          </a:xfrm>
          <a:prstGeom prst="round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 err="1">
                <a:solidFill>
                  <a:srgbClr val="FFFFFF"/>
                </a:solidFill>
              </a:rPr>
              <a:t>Aprov</a:t>
            </a:r>
            <a:r>
              <a:rPr lang="pt-BR" sz="800" b="1" dirty="0">
                <a:solidFill>
                  <a:srgbClr val="FFFFFF"/>
                </a:solidFill>
              </a:rPr>
              <a:t>. FDD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0000" y="5063487"/>
            <a:ext cx="11472119" cy="360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7376609" y="3954060"/>
            <a:ext cx="859647" cy="1080000"/>
          </a:xfrm>
          <a:prstGeom prst="roundRect">
            <a:avLst>
              <a:gd name="adj" fmla="val 5217"/>
            </a:avLst>
          </a:prstGeom>
          <a:solidFill>
            <a:srgbClr val="123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Elaboração do FDD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908000" y="2918993"/>
            <a:ext cx="859647" cy="252000"/>
          </a:xfrm>
          <a:prstGeom prst="roundRect">
            <a:avLst/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800" b="1">
              <a:solidFill>
                <a:srgbClr val="FFFFFF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908000" y="2957568"/>
            <a:ext cx="859647" cy="174851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Kick-off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069518" y="2980700"/>
            <a:ext cx="859647" cy="252000"/>
          </a:xfrm>
          <a:prstGeom prst="roundRect">
            <a:avLst/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800" b="1" dirty="0" err="1">
                <a:solidFill>
                  <a:srgbClr val="FFFFFF"/>
                </a:solidFill>
              </a:rPr>
              <a:t>Encerr</a:t>
            </a:r>
            <a:r>
              <a:rPr lang="pt-BR" sz="800" b="1" dirty="0">
                <a:solidFill>
                  <a:srgbClr val="FFFFFF"/>
                </a:solidFill>
              </a:rPr>
              <a:t>. Explore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57866" y="5970903"/>
            <a:ext cx="144000" cy="144000"/>
          </a:xfrm>
          <a:prstGeom prst="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137865" y="5955478"/>
            <a:ext cx="2807049" cy="174851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r>
              <a:rPr lang="pt-BR" sz="900" dirty="0">
                <a:solidFill>
                  <a:srgbClr val="1A1A2E"/>
                </a:solidFill>
              </a:rPr>
              <a:t>Workshops</a:t>
            </a:r>
            <a:endParaRPr sz="9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6335822" y="5970903"/>
            <a:ext cx="144000" cy="144000"/>
          </a:xfrm>
          <a:prstGeom prst="rect">
            <a:avLst/>
          </a:prstGeom>
          <a:solidFill>
            <a:srgbClr val="123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515822" y="5970903"/>
            <a:ext cx="1980000" cy="14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Interno STR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76470" y="5970903"/>
            <a:ext cx="144000" cy="144000"/>
          </a:xfrm>
          <a:prstGeom prst="rect">
            <a:avLst/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956470" y="5970903"/>
            <a:ext cx="1980000" cy="14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0" dirty="0">
                <a:solidFill>
                  <a:srgbClr val="1A1A2E"/>
                </a:solidFill>
                <a:latin typeface="Calibri"/>
              </a:rPr>
              <a:t>Marcos </a:t>
            </a:r>
            <a:r>
              <a:rPr sz="900" b="0" i="0" dirty="0" err="1">
                <a:solidFill>
                  <a:srgbClr val="1A1A2E"/>
                </a:solidFill>
                <a:latin typeface="Calibri"/>
              </a:rPr>
              <a:t>formais</a:t>
            </a:r>
            <a:endParaRPr sz="900" b="0" i="0" dirty="0">
              <a:solidFill>
                <a:srgbClr val="1A1A2E"/>
              </a:solidFill>
              <a:latin typeface="Calibri"/>
            </a:endParaRPr>
          </a:p>
        </p:txBody>
      </p:sp>
      <p:pic>
        <p:nvPicPr>
          <p:cNvPr id="10" name="Picture 1" descr="EDF_csm_logo_edf_power_solutions_RGB_e65b955acb.png">
            <a:extLst>
              <a:ext uri="{FF2B5EF4-FFF2-40B4-BE49-F238E27FC236}">
                <a16:creationId xmlns:a16="http://schemas.microsoft.com/office/drawing/2014/main" id="{409A8EE8-BCBD-04BC-1332-BA201B567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77800"/>
            <a:ext cx="1241778" cy="698500"/>
          </a:xfrm>
          <a:prstGeom prst="rect">
            <a:avLst/>
          </a:prstGeom>
        </p:spPr>
      </p:pic>
      <p:sp>
        <p:nvSpPr>
          <p:cNvPr id="11" name="TextBox 3">
            <a:extLst>
              <a:ext uri="{FF2B5EF4-FFF2-40B4-BE49-F238E27FC236}">
                <a16:creationId xmlns:a16="http://schemas.microsoft.com/office/drawing/2014/main" id="{C411A601-D9F9-E60E-5B83-B1133E2FB309}"/>
              </a:ext>
            </a:extLst>
          </p:cNvPr>
          <p:cNvSpPr txBox="1"/>
          <p:nvPr/>
        </p:nvSpPr>
        <p:spPr>
          <a:xfrm>
            <a:off x="508000" y="962025"/>
            <a:ext cx="11175695" cy="536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3150" b="1" i="0" dirty="0">
                <a:solidFill>
                  <a:srgbClr val="1A1A1A"/>
                </a:solidFill>
                <a:latin typeface="Montserrat"/>
              </a:rPr>
              <a:t>Plano de Agendas</a:t>
            </a:r>
            <a:r>
              <a:rPr lang="pt-BR" sz="3150" b="1" dirty="0">
                <a:solidFill>
                  <a:srgbClr val="1A1A1A"/>
                </a:solidFill>
                <a:latin typeface="Montserrat"/>
              </a:rPr>
              <a:t>: próximas semanas</a:t>
            </a:r>
            <a:endParaRPr sz="3150" b="1" i="0" dirty="0">
              <a:solidFill>
                <a:srgbClr val="1A1A1A"/>
              </a:solidFill>
              <a:latin typeface="Montserrat"/>
            </a:endParaRP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D9BD6416-D211-AF1D-A879-8A0C5895709B}"/>
              </a:ext>
            </a:extLst>
          </p:cNvPr>
          <p:cNvSpPr txBox="1"/>
          <p:nvPr/>
        </p:nvSpPr>
        <p:spPr>
          <a:xfrm>
            <a:off x="508000" y="1489329"/>
            <a:ext cx="11175695" cy="2326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350" b="0" dirty="0">
                <a:solidFill>
                  <a:srgbClr val="4A5568"/>
                </a:solidFill>
                <a:latin typeface="Inter"/>
              </a:rPr>
              <a:t>Visão </a:t>
            </a:r>
            <a:r>
              <a:rPr lang="pt-BR" sz="1350" b="0" dirty="0" err="1">
                <a:solidFill>
                  <a:srgbClr val="4A5568"/>
                </a:solidFill>
                <a:latin typeface="Inter"/>
              </a:rPr>
              <a:t>Gantt</a:t>
            </a:r>
            <a:r>
              <a:rPr lang="pt-BR" sz="1350" b="0" dirty="0">
                <a:solidFill>
                  <a:srgbClr val="4A5568"/>
                </a:solidFill>
                <a:latin typeface="Inter"/>
              </a:rPr>
              <a:t>: próximos eventos e marcos da fase · 14/05 a 29/05/2026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E7169DBC-2E9C-02D0-8BA4-AB9DB1FBB373}"/>
              </a:ext>
            </a:extLst>
          </p:cNvPr>
          <p:cNvSpPr/>
          <p:nvPr/>
        </p:nvSpPr>
        <p:spPr>
          <a:xfrm>
            <a:off x="508000" y="1743329"/>
            <a:ext cx="406400" cy="25400"/>
          </a:xfrm>
          <a:prstGeom prst="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Imagem 13" descr="Placa de letreiro luminoso&#10;&#10;O conteúdo gerado por IA pode estar incorreto.">
            <a:extLst>
              <a:ext uri="{FF2B5EF4-FFF2-40B4-BE49-F238E27FC236}">
                <a16:creationId xmlns:a16="http://schemas.microsoft.com/office/drawing/2014/main" id="{EE7DE6DB-E271-3A5F-96B6-51C06877B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4974" y="506731"/>
            <a:ext cx="1398721" cy="326804"/>
          </a:xfrm>
          <a:prstGeom prst="rect">
            <a:avLst/>
          </a:prstGeom>
        </p:spPr>
      </p:pic>
      <p:sp>
        <p:nvSpPr>
          <p:cNvPr id="15" name="Rectangle 5">
            <a:extLst>
              <a:ext uri="{FF2B5EF4-FFF2-40B4-BE49-F238E27FC236}">
                <a16:creationId xmlns:a16="http://schemas.microsoft.com/office/drawing/2014/main" id="{18DAFAB2-6FD3-420D-C2EE-E6A1F4D6BEA0}"/>
              </a:ext>
            </a:extLst>
          </p:cNvPr>
          <p:cNvSpPr/>
          <p:nvPr/>
        </p:nvSpPr>
        <p:spPr>
          <a:xfrm rot="5400000">
            <a:off x="2653969" y="2102299"/>
            <a:ext cx="306000" cy="25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17C322B2-075F-BE3E-B0C1-4E1B5F283E3F}"/>
              </a:ext>
            </a:extLst>
          </p:cNvPr>
          <p:cNvSpPr/>
          <p:nvPr/>
        </p:nvSpPr>
        <p:spPr>
          <a:xfrm rot="5400000">
            <a:off x="7182882" y="2102299"/>
            <a:ext cx="306000" cy="25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47">
            <a:extLst>
              <a:ext uri="{FF2B5EF4-FFF2-40B4-BE49-F238E27FC236}">
                <a16:creationId xmlns:a16="http://schemas.microsoft.com/office/drawing/2014/main" id="{74C10449-B3B4-D5A4-99B7-EB5C23F94DDE}"/>
              </a:ext>
            </a:extLst>
          </p:cNvPr>
          <p:cNvSpPr/>
          <p:nvPr/>
        </p:nvSpPr>
        <p:spPr>
          <a:xfrm>
            <a:off x="2875647" y="4653738"/>
            <a:ext cx="859647" cy="381768"/>
          </a:xfrm>
          <a:prstGeom prst="round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Workshop A</a:t>
            </a:r>
            <a:br>
              <a:rPr lang="pt-BR" sz="800" b="1" dirty="0">
                <a:solidFill>
                  <a:srgbClr val="FFFFFF"/>
                </a:solidFill>
              </a:rPr>
            </a:br>
            <a:r>
              <a:rPr lang="pt-BR" sz="800" b="1" dirty="0">
                <a:solidFill>
                  <a:srgbClr val="FFFFFF"/>
                </a:solidFill>
              </a:rPr>
              <a:t>Network</a:t>
            </a:r>
            <a:endParaRPr lang="pt-BR" sz="800" dirty="0">
              <a:solidFill>
                <a:srgbClr val="FFFFFF"/>
              </a:solidFill>
            </a:endParaRPr>
          </a:p>
        </p:txBody>
      </p:sp>
      <p:sp>
        <p:nvSpPr>
          <p:cNvPr id="3" name="Rounded Rectangle 47">
            <a:extLst>
              <a:ext uri="{FF2B5EF4-FFF2-40B4-BE49-F238E27FC236}">
                <a16:creationId xmlns:a16="http://schemas.microsoft.com/office/drawing/2014/main" id="{7297CF0F-5569-6A79-63F8-046492C213A2}"/>
              </a:ext>
            </a:extLst>
          </p:cNvPr>
          <p:cNvSpPr/>
          <p:nvPr/>
        </p:nvSpPr>
        <p:spPr>
          <a:xfrm>
            <a:off x="1130492" y="4040640"/>
            <a:ext cx="722509" cy="381768"/>
          </a:xfrm>
          <a:prstGeom prst="round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Revisão de Arquitetura</a:t>
            </a:r>
            <a:endParaRPr lang="pt-BR" sz="800" dirty="0">
              <a:solidFill>
                <a:srgbClr val="FFFFFF"/>
              </a:solidFill>
            </a:endParaRPr>
          </a:p>
        </p:txBody>
      </p:sp>
      <p:sp>
        <p:nvSpPr>
          <p:cNvPr id="4" name="Rounded Rectangle 81">
            <a:extLst>
              <a:ext uri="{FF2B5EF4-FFF2-40B4-BE49-F238E27FC236}">
                <a16:creationId xmlns:a16="http://schemas.microsoft.com/office/drawing/2014/main" id="{0E389F60-A2EB-A9DF-0C64-8EA9785FCE14}"/>
              </a:ext>
            </a:extLst>
          </p:cNvPr>
          <p:cNvSpPr/>
          <p:nvPr/>
        </p:nvSpPr>
        <p:spPr>
          <a:xfrm>
            <a:off x="10084381" y="3954060"/>
            <a:ext cx="859647" cy="1080000"/>
          </a:xfrm>
          <a:prstGeom prst="roundRect">
            <a:avLst>
              <a:gd name="adj" fmla="val 5217"/>
            </a:avLst>
          </a:prstGeom>
          <a:solidFill>
            <a:srgbClr val="123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REALIZE</a:t>
            </a:r>
          </a:p>
          <a:p>
            <a:pPr algn="ctr"/>
            <a:r>
              <a:rPr lang="pt-BR" sz="800" b="1" dirty="0">
                <a:solidFill>
                  <a:srgbClr val="FFFFFF"/>
                </a:solidFill>
              </a:rPr>
              <a:t>Setup</a:t>
            </a:r>
          </a:p>
          <a:p>
            <a:pPr algn="ctr"/>
            <a:r>
              <a:rPr lang="pt-BR" sz="800" b="1" dirty="0">
                <a:solidFill>
                  <a:srgbClr val="FFFFFF"/>
                </a:solidFill>
              </a:rPr>
              <a:t>Configurações e Integrações</a:t>
            </a:r>
          </a:p>
        </p:txBody>
      </p:sp>
      <p:sp>
        <p:nvSpPr>
          <p:cNvPr id="5" name="Rounded Rectangle 81">
            <a:extLst>
              <a:ext uri="{FF2B5EF4-FFF2-40B4-BE49-F238E27FC236}">
                <a16:creationId xmlns:a16="http://schemas.microsoft.com/office/drawing/2014/main" id="{03CE7D48-4614-C178-045B-76A8377B55C5}"/>
              </a:ext>
            </a:extLst>
          </p:cNvPr>
          <p:cNvSpPr/>
          <p:nvPr/>
        </p:nvSpPr>
        <p:spPr>
          <a:xfrm>
            <a:off x="8285529" y="2465094"/>
            <a:ext cx="859647" cy="1083600"/>
          </a:xfrm>
          <a:prstGeom prst="roundRect">
            <a:avLst>
              <a:gd name="adj" fmla="val 5217"/>
            </a:avLst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Workshop B</a:t>
            </a:r>
          </a:p>
          <a:p>
            <a:pPr algn="ctr"/>
            <a:r>
              <a:rPr lang="pt-BR" sz="800" b="1" dirty="0">
                <a:solidFill>
                  <a:srgbClr val="FFFFFF"/>
                </a:solidFill>
              </a:rPr>
              <a:t>Network</a:t>
            </a:r>
          </a:p>
        </p:txBody>
      </p:sp>
      <p:sp>
        <p:nvSpPr>
          <p:cNvPr id="9" name="Rectangle 99">
            <a:extLst>
              <a:ext uri="{FF2B5EF4-FFF2-40B4-BE49-F238E27FC236}">
                <a16:creationId xmlns:a16="http://schemas.microsoft.com/office/drawing/2014/main" id="{142351F3-0D08-124B-3AD5-BE0533241D68}"/>
              </a:ext>
            </a:extLst>
          </p:cNvPr>
          <p:cNvSpPr/>
          <p:nvPr/>
        </p:nvSpPr>
        <p:spPr>
          <a:xfrm>
            <a:off x="7532910" y="5970903"/>
            <a:ext cx="144000" cy="144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00">
            <a:extLst>
              <a:ext uri="{FF2B5EF4-FFF2-40B4-BE49-F238E27FC236}">
                <a16:creationId xmlns:a16="http://schemas.microsoft.com/office/drawing/2014/main" id="{B82827E6-7B78-702E-27F2-F8CE5F65F113}"/>
              </a:ext>
            </a:extLst>
          </p:cNvPr>
          <p:cNvSpPr txBox="1"/>
          <p:nvPr/>
        </p:nvSpPr>
        <p:spPr>
          <a:xfrm>
            <a:off x="7712910" y="5955478"/>
            <a:ext cx="1980000" cy="174851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lang="pt-BR" sz="900" b="0" i="0" dirty="0">
                <a:solidFill>
                  <a:srgbClr val="1A1A2E"/>
                </a:solidFill>
                <a:latin typeface="Calibri"/>
              </a:rPr>
              <a:t>Daily</a:t>
            </a:r>
            <a:endParaRPr sz="9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ECE2E8FC-7963-A9D2-B944-05DF118EAFF2}"/>
              </a:ext>
            </a:extLst>
          </p:cNvPr>
          <p:cNvSpPr/>
          <p:nvPr/>
        </p:nvSpPr>
        <p:spPr>
          <a:xfrm rot="5400000">
            <a:off x="1426147" y="3640811"/>
            <a:ext cx="2772000" cy="25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6C1AEF82-7E98-7765-64FA-C9A723789E9F}"/>
              </a:ext>
            </a:extLst>
          </p:cNvPr>
          <p:cNvSpPr/>
          <p:nvPr/>
        </p:nvSpPr>
        <p:spPr>
          <a:xfrm rot="5400000">
            <a:off x="5953661" y="3652581"/>
            <a:ext cx="2772000" cy="25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TextBox 33">
            <a:extLst>
              <a:ext uri="{FF2B5EF4-FFF2-40B4-BE49-F238E27FC236}">
                <a16:creationId xmlns:a16="http://schemas.microsoft.com/office/drawing/2014/main" id="{0B8A1D65-1A91-7830-D5A2-7C98F8DE16C2}"/>
              </a:ext>
            </a:extLst>
          </p:cNvPr>
          <p:cNvSpPr txBox="1"/>
          <p:nvPr/>
        </p:nvSpPr>
        <p:spPr>
          <a:xfrm>
            <a:off x="1132560" y="2283104"/>
            <a:ext cx="895647" cy="159462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lang="pt-BR" sz="800" b="1" i="0" dirty="0" err="1">
                <a:solidFill>
                  <a:srgbClr val="888888"/>
                </a:solidFill>
                <a:latin typeface="Calibri"/>
              </a:rPr>
              <a:t>Qui</a:t>
            </a:r>
            <a:r>
              <a:rPr lang="pt-BR" sz="800" b="1" i="0" dirty="0">
                <a:solidFill>
                  <a:srgbClr val="888888"/>
                </a:solidFill>
                <a:latin typeface="Calibri"/>
              </a:rPr>
              <a:t> 14</a:t>
            </a:r>
            <a:endParaRPr sz="800" b="1" i="0" dirty="0">
              <a:solidFill>
                <a:srgbClr val="888888"/>
              </a:solidFill>
              <a:latin typeface="Calibri"/>
            </a:endParaRPr>
          </a:p>
        </p:txBody>
      </p:sp>
      <p:sp>
        <p:nvSpPr>
          <p:cNvPr id="8" name="Rounded Rectangle 81">
            <a:extLst>
              <a:ext uri="{FF2B5EF4-FFF2-40B4-BE49-F238E27FC236}">
                <a16:creationId xmlns:a16="http://schemas.microsoft.com/office/drawing/2014/main" id="{9D0D6A58-912F-26AC-3FAE-C2502BCD332A}"/>
              </a:ext>
            </a:extLst>
          </p:cNvPr>
          <p:cNvSpPr/>
          <p:nvPr/>
        </p:nvSpPr>
        <p:spPr>
          <a:xfrm>
            <a:off x="3774502" y="2807721"/>
            <a:ext cx="859647" cy="493629"/>
          </a:xfrm>
          <a:prstGeom prst="roundRect">
            <a:avLst>
              <a:gd name="adj" fmla="val 5217"/>
            </a:avLst>
          </a:prstGeom>
          <a:solidFill>
            <a:srgbClr val="123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Alinhamento Premissa Ariba RFQ S4H</a:t>
            </a:r>
          </a:p>
        </p:txBody>
      </p:sp>
      <p:sp>
        <p:nvSpPr>
          <p:cNvPr id="19" name="Rectangle 91">
            <a:extLst>
              <a:ext uri="{FF2B5EF4-FFF2-40B4-BE49-F238E27FC236}">
                <a16:creationId xmlns:a16="http://schemas.microsoft.com/office/drawing/2014/main" id="{F4AE2D61-F320-E821-8FCC-8205AE5885F0}"/>
              </a:ext>
            </a:extLst>
          </p:cNvPr>
          <p:cNvSpPr/>
          <p:nvPr/>
        </p:nvSpPr>
        <p:spPr>
          <a:xfrm>
            <a:off x="1639116" y="5980977"/>
            <a:ext cx="144000" cy="144000"/>
          </a:xfrm>
          <a:prstGeom prst="rect">
            <a:avLst/>
          </a:prstGeom>
          <a:solidFill>
            <a:srgbClr val="D8D8D8">
              <a:alpha val="600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00000"/>
              </a:buClr>
              <a:buSzPts val="476"/>
            </a:pPr>
            <a:endParaRPr sz="476">
              <a:solidFill>
                <a:srgbClr val="FFFFFF"/>
              </a:solidFill>
              <a:latin typeface="Gill Sans"/>
            </a:endParaRPr>
          </a:p>
        </p:txBody>
      </p:sp>
      <p:sp>
        <p:nvSpPr>
          <p:cNvPr id="24" name="TextBox 92">
            <a:extLst>
              <a:ext uri="{FF2B5EF4-FFF2-40B4-BE49-F238E27FC236}">
                <a16:creationId xmlns:a16="http://schemas.microsoft.com/office/drawing/2014/main" id="{93E32952-1EF8-1DFD-BBBD-BE3FFFC74B42}"/>
              </a:ext>
            </a:extLst>
          </p:cNvPr>
          <p:cNvSpPr txBox="1"/>
          <p:nvPr/>
        </p:nvSpPr>
        <p:spPr>
          <a:xfrm>
            <a:off x="1819115" y="5965552"/>
            <a:ext cx="1080000" cy="174851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r>
              <a:rPr lang="pt-BR" sz="900" dirty="0">
                <a:solidFill>
                  <a:srgbClr val="1A1A2E"/>
                </a:solidFill>
              </a:rPr>
              <a:t>Realizado</a:t>
            </a:r>
            <a:endParaRPr sz="9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6" name="Google Shape;363;p3">
            <a:extLst>
              <a:ext uri="{FF2B5EF4-FFF2-40B4-BE49-F238E27FC236}">
                <a16:creationId xmlns:a16="http://schemas.microsoft.com/office/drawing/2014/main" id="{BAAAEA47-04A6-708A-D3F0-A66B3501C9A9}"/>
              </a:ext>
            </a:extLst>
          </p:cNvPr>
          <p:cNvSpPr/>
          <p:nvPr/>
        </p:nvSpPr>
        <p:spPr>
          <a:xfrm>
            <a:off x="1117161" y="2468221"/>
            <a:ext cx="1653091" cy="2595266"/>
          </a:xfrm>
          <a:prstGeom prst="roundRect">
            <a:avLst>
              <a:gd name="adj" fmla="val 3925"/>
            </a:avLst>
          </a:prstGeom>
          <a:solidFill>
            <a:srgbClr val="D8D8D8">
              <a:alpha val="600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"/>
              <a:buFont typeface="Arial"/>
              <a:buNone/>
            </a:pPr>
            <a:endParaRPr sz="476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Rounded Rectangle 70">
            <a:extLst>
              <a:ext uri="{FF2B5EF4-FFF2-40B4-BE49-F238E27FC236}">
                <a16:creationId xmlns:a16="http://schemas.microsoft.com/office/drawing/2014/main" id="{CC93C589-45FE-8C80-82CC-4AAA2293C6D0}"/>
              </a:ext>
            </a:extLst>
          </p:cNvPr>
          <p:cNvSpPr/>
          <p:nvPr/>
        </p:nvSpPr>
        <p:spPr>
          <a:xfrm>
            <a:off x="4666156" y="2807721"/>
            <a:ext cx="859647" cy="491786"/>
          </a:xfrm>
          <a:prstGeom prst="roundRect">
            <a:avLst>
              <a:gd name="adj" fmla="val 4479"/>
            </a:avLst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Data </a:t>
            </a:r>
            <a:r>
              <a:rPr lang="pt-BR" sz="800" b="1" dirty="0" err="1">
                <a:solidFill>
                  <a:srgbClr val="FFFFFF"/>
                </a:solidFill>
              </a:rPr>
              <a:t>Collection</a:t>
            </a:r>
            <a:r>
              <a:rPr lang="pt-BR" sz="800" b="1" dirty="0">
                <a:solidFill>
                  <a:srgbClr val="FFFFFF"/>
                </a:solidFill>
              </a:rPr>
              <a:t> + Revisão do Parking </a:t>
            </a:r>
            <a:r>
              <a:rPr lang="pt-BR" sz="800" b="1" dirty="0" err="1">
                <a:solidFill>
                  <a:srgbClr val="FFFFFF"/>
                </a:solidFill>
              </a:rPr>
              <a:t>Lot</a:t>
            </a:r>
            <a:br>
              <a:rPr lang="pt-BR" sz="800" b="1" dirty="0">
                <a:solidFill>
                  <a:srgbClr val="FFFFFF"/>
                </a:solidFill>
              </a:rPr>
            </a:br>
            <a:r>
              <a:rPr lang="pt-BR" sz="800" b="1" dirty="0">
                <a:solidFill>
                  <a:srgbClr val="FFFFFF"/>
                </a:solidFill>
              </a:rPr>
              <a:t>(SLP)</a:t>
            </a:r>
            <a:endParaRPr dirty="0"/>
          </a:p>
        </p:txBody>
      </p:sp>
      <p:sp>
        <p:nvSpPr>
          <p:cNvPr id="47" name="Rounded Rectangle 70">
            <a:extLst>
              <a:ext uri="{FF2B5EF4-FFF2-40B4-BE49-F238E27FC236}">
                <a16:creationId xmlns:a16="http://schemas.microsoft.com/office/drawing/2014/main" id="{52494CB7-97DB-3C16-1ED1-E936B8297F45}"/>
              </a:ext>
            </a:extLst>
          </p:cNvPr>
          <p:cNvSpPr/>
          <p:nvPr/>
        </p:nvSpPr>
        <p:spPr>
          <a:xfrm>
            <a:off x="4666156" y="4217428"/>
            <a:ext cx="859647" cy="491786"/>
          </a:xfrm>
          <a:prstGeom prst="roundRect">
            <a:avLst>
              <a:gd name="adj" fmla="val 4479"/>
            </a:avLst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Data </a:t>
            </a:r>
            <a:r>
              <a:rPr lang="pt-BR" sz="800" b="1" dirty="0" err="1">
                <a:solidFill>
                  <a:srgbClr val="FFFFFF"/>
                </a:solidFill>
              </a:rPr>
              <a:t>Collection</a:t>
            </a:r>
            <a:r>
              <a:rPr lang="pt-BR" sz="800" b="1" dirty="0">
                <a:solidFill>
                  <a:srgbClr val="FFFFFF"/>
                </a:solidFill>
              </a:rPr>
              <a:t> + Revisão do Parking </a:t>
            </a:r>
            <a:r>
              <a:rPr lang="pt-BR" sz="800" b="1" dirty="0" err="1">
                <a:solidFill>
                  <a:srgbClr val="FFFFFF"/>
                </a:solidFill>
              </a:rPr>
              <a:t>Lot</a:t>
            </a:r>
            <a:br>
              <a:rPr lang="pt-BR" sz="800" b="1" dirty="0">
                <a:solidFill>
                  <a:srgbClr val="FFFFFF"/>
                </a:solidFill>
              </a:rPr>
            </a:br>
            <a:r>
              <a:rPr lang="pt-BR" sz="800" b="1" dirty="0">
                <a:solidFill>
                  <a:srgbClr val="FFFFFF"/>
                </a:solidFill>
              </a:rPr>
              <a:t>(</a:t>
            </a:r>
            <a:r>
              <a:rPr lang="pt-BR" sz="800" b="1" dirty="0" err="1">
                <a:solidFill>
                  <a:srgbClr val="FFFFFF"/>
                </a:solidFill>
              </a:rPr>
              <a:t>Sourcing</a:t>
            </a:r>
            <a:r>
              <a:rPr lang="pt-BR" sz="800" b="1" dirty="0">
                <a:solidFill>
                  <a:srgbClr val="FFFFFF"/>
                </a:solidFill>
              </a:rPr>
              <a:t>  p. II)</a:t>
            </a:r>
            <a:endParaRPr dirty="0"/>
          </a:p>
        </p:txBody>
      </p:sp>
      <p:sp>
        <p:nvSpPr>
          <p:cNvPr id="49" name="Rounded Rectangle 70">
            <a:extLst>
              <a:ext uri="{FF2B5EF4-FFF2-40B4-BE49-F238E27FC236}">
                <a16:creationId xmlns:a16="http://schemas.microsoft.com/office/drawing/2014/main" id="{211DBEC2-08DA-ED74-7A53-C2FB2CC1C371}"/>
              </a:ext>
            </a:extLst>
          </p:cNvPr>
          <p:cNvSpPr/>
          <p:nvPr/>
        </p:nvSpPr>
        <p:spPr>
          <a:xfrm>
            <a:off x="5567405" y="2807721"/>
            <a:ext cx="859647" cy="491786"/>
          </a:xfrm>
          <a:prstGeom prst="roundRect">
            <a:avLst>
              <a:gd name="adj" fmla="val 4479"/>
            </a:avLst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Data </a:t>
            </a:r>
            <a:r>
              <a:rPr lang="pt-BR" sz="800" b="1" dirty="0" err="1">
                <a:solidFill>
                  <a:srgbClr val="FFFFFF"/>
                </a:solidFill>
              </a:rPr>
              <a:t>Collection</a:t>
            </a:r>
            <a:r>
              <a:rPr lang="pt-BR" sz="800" b="1" dirty="0">
                <a:solidFill>
                  <a:srgbClr val="FFFFFF"/>
                </a:solidFill>
              </a:rPr>
              <a:t> + Revisão do Parking </a:t>
            </a:r>
            <a:r>
              <a:rPr lang="pt-BR" sz="800" b="1" dirty="0" err="1">
                <a:solidFill>
                  <a:srgbClr val="FFFFFF"/>
                </a:solidFill>
              </a:rPr>
              <a:t>Lot</a:t>
            </a:r>
            <a:br>
              <a:rPr lang="pt-BR" sz="800" b="1" dirty="0">
                <a:solidFill>
                  <a:srgbClr val="FFFFFF"/>
                </a:solidFill>
              </a:rPr>
            </a:br>
            <a:r>
              <a:rPr lang="pt-BR" sz="800" b="1" dirty="0">
                <a:solidFill>
                  <a:srgbClr val="FFFFFF"/>
                </a:solidFill>
              </a:rPr>
              <a:t>(</a:t>
            </a:r>
            <a:r>
              <a:rPr lang="pt-BR" sz="800" b="1" dirty="0" err="1">
                <a:solidFill>
                  <a:srgbClr val="FFFFFF"/>
                </a:solidFill>
              </a:rPr>
              <a:t>Sourcing</a:t>
            </a:r>
            <a:r>
              <a:rPr lang="pt-BR" sz="800" b="1" dirty="0">
                <a:solidFill>
                  <a:srgbClr val="FFFFFF"/>
                </a:solidFill>
              </a:rPr>
              <a:t>  p. III)</a:t>
            </a:r>
            <a:endParaRPr dirty="0"/>
          </a:p>
        </p:txBody>
      </p:sp>
      <p:sp>
        <p:nvSpPr>
          <p:cNvPr id="50" name="Rounded Rectangle 70">
            <a:extLst>
              <a:ext uri="{FF2B5EF4-FFF2-40B4-BE49-F238E27FC236}">
                <a16:creationId xmlns:a16="http://schemas.microsoft.com/office/drawing/2014/main" id="{6EE9FEC8-907E-013C-4FCC-40D32E46439F}"/>
              </a:ext>
            </a:extLst>
          </p:cNvPr>
          <p:cNvSpPr/>
          <p:nvPr/>
        </p:nvSpPr>
        <p:spPr>
          <a:xfrm>
            <a:off x="5567405" y="3950489"/>
            <a:ext cx="859647" cy="1082508"/>
          </a:xfrm>
          <a:prstGeom prst="roundRect">
            <a:avLst>
              <a:gd name="adj" fmla="val 4479"/>
            </a:avLst>
          </a:prstGeom>
          <a:solidFill>
            <a:srgbClr val="069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EDF:</a:t>
            </a:r>
            <a:br>
              <a:rPr lang="pt-BR" sz="800" b="1" dirty="0">
                <a:solidFill>
                  <a:srgbClr val="FFFFFF"/>
                </a:solidFill>
              </a:rPr>
            </a:br>
            <a:r>
              <a:rPr lang="pt-BR" sz="800" b="1" dirty="0">
                <a:solidFill>
                  <a:srgbClr val="FFFFFF"/>
                </a:solidFill>
              </a:rPr>
              <a:t>Alinhamento interno para devolutivas do Parking </a:t>
            </a:r>
            <a:r>
              <a:rPr lang="pt-BR" sz="800" b="1" dirty="0" err="1">
                <a:solidFill>
                  <a:srgbClr val="FFFFFF"/>
                </a:solidFill>
              </a:rPr>
              <a:t>Lot</a:t>
            </a:r>
            <a:endParaRPr dirty="0"/>
          </a:p>
        </p:txBody>
      </p:sp>
      <p:sp>
        <p:nvSpPr>
          <p:cNvPr id="51" name="Rectangle 97">
            <a:extLst>
              <a:ext uri="{FF2B5EF4-FFF2-40B4-BE49-F238E27FC236}">
                <a16:creationId xmlns:a16="http://schemas.microsoft.com/office/drawing/2014/main" id="{33BE6FFF-FE9F-CB7A-9FF3-89A21A1EFBBA}"/>
              </a:ext>
            </a:extLst>
          </p:cNvPr>
          <p:cNvSpPr/>
          <p:nvPr/>
        </p:nvSpPr>
        <p:spPr>
          <a:xfrm>
            <a:off x="4524915" y="5969451"/>
            <a:ext cx="144000" cy="144000"/>
          </a:xfrm>
          <a:prstGeom prst="rect">
            <a:avLst/>
          </a:prstGeom>
          <a:solidFill>
            <a:srgbClr val="069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98">
            <a:extLst>
              <a:ext uri="{FF2B5EF4-FFF2-40B4-BE49-F238E27FC236}">
                <a16:creationId xmlns:a16="http://schemas.microsoft.com/office/drawing/2014/main" id="{4D93BDC2-5E43-3E10-9487-90C7F27DB200}"/>
              </a:ext>
            </a:extLst>
          </p:cNvPr>
          <p:cNvSpPr txBox="1"/>
          <p:nvPr/>
        </p:nvSpPr>
        <p:spPr>
          <a:xfrm>
            <a:off x="4704915" y="5954026"/>
            <a:ext cx="1980000" cy="174851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0" dirty="0" err="1">
                <a:solidFill>
                  <a:srgbClr val="1A1A2E"/>
                </a:solidFill>
                <a:latin typeface="Calibri"/>
              </a:rPr>
              <a:t>Interno</a:t>
            </a:r>
            <a:r>
              <a:rPr sz="9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lang="pt-BR" sz="900" b="0" i="0" dirty="0">
                <a:solidFill>
                  <a:srgbClr val="1A1A2E"/>
                </a:solidFill>
                <a:latin typeface="Calibri"/>
              </a:rPr>
              <a:t>EDF</a:t>
            </a:r>
            <a:endParaRPr sz="90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53" name="Rounded Rectangle 70">
            <a:extLst>
              <a:ext uri="{FF2B5EF4-FFF2-40B4-BE49-F238E27FC236}">
                <a16:creationId xmlns:a16="http://schemas.microsoft.com/office/drawing/2014/main" id="{1B7CCB2F-4635-EFAD-166C-4AC1F11485AF}"/>
              </a:ext>
            </a:extLst>
          </p:cNvPr>
          <p:cNvSpPr/>
          <p:nvPr/>
        </p:nvSpPr>
        <p:spPr>
          <a:xfrm>
            <a:off x="6445271" y="2465094"/>
            <a:ext cx="859647" cy="1083600"/>
          </a:xfrm>
          <a:prstGeom prst="roundRect">
            <a:avLst>
              <a:gd name="adj" fmla="val 4479"/>
            </a:avLst>
          </a:prstGeom>
          <a:solidFill>
            <a:srgbClr val="069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EDF:</a:t>
            </a:r>
          </a:p>
          <a:p>
            <a:pPr algn="ctr"/>
            <a:r>
              <a:rPr lang="pt-BR" sz="800" b="1" dirty="0">
                <a:solidFill>
                  <a:srgbClr val="FFFFFF"/>
                </a:solidFill>
              </a:rPr>
              <a:t>Alinhamento interno para devolutivas do Parking </a:t>
            </a:r>
            <a:r>
              <a:rPr lang="pt-BR" sz="800" b="1" dirty="0" err="1">
                <a:solidFill>
                  <a:srgbClr val="FFFFFF"/>
                </a:solidFill>
              </a:rPr>
              <a:t>Lot</a:t>
            </a:r>
            <a:endParaRPr dirty="0"/>
          </a:p>
        </p:txBody>
      </p:sp>
      <p:sp>
        <p:nvSpPr>
          <p:cNvPr id="54" name="Rounded Rectangle 70">
            <a:extLst>
              <a:ext uri="{FF2B5EF4-FFF2-40B4-BE49-F238E27FC236}">
                <a16:creationId xmlns:a16="http://schemas.microsoft.com/office/drawing/2014/main" id="{3D03F973-875C-A409-482D-5CD9A7309665}"/>
              </a:ext>
            </a:extLst>
          </p:cNvPr>
          <p:cNvSpPr/>
          <p:nvPr/>
        </p:nvSpPr>
        <p:spPr>
          <a:xfrm>
            <a:off x="6445271" y="3954060"/>
            <a:ext cx="859647" cy="1080000"/>
          </a:xfrm>
          <a:prstGeom prst="roundRect">
            <a:avLst>
              <a:gd name="adj" fmla="val 4479"/>
            </a:avLst>
          </a:prstGeom>
          <a:solidFill>
            <a:srgbClr val="069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EDF:</a:t>
            </a:r>
            <a:br>
              <a:rPr lang="pt-BR" sz="800" b="1" dirty="0">
                <a:solidFill>
                  <a:srgbClr val="FFFFFF"/>
                </a:solidFill>
              </a:rPr>
            </a:br>
            <a:r>
              <a:rPr lang="pt-BR" sz="800" b="1" dirty="0">
                <a:solidFill>
                  <a:srgbClr val="FFFFFF"/>
                </a:solidFill>
              </a:rPr>
              <a:t>Alinhamento interno para devolutivas do Parking </a:t>
            </a:r>
            <a:r>
              <a:rPr lang="pt-BR" sz="800" b="1" dirty="0" err="1">
                <a:solidFill>
                  <a:srgbClr val="FFFFFF"/>
                </a:solidFill>
              </a:rPr>
              <a:t>Lot</a:t>
            </a:r>
            <a:endParaRPr dirty="0"/>
          </a:p>
        </p:txBody>
      </p:sp>
      <p:sp>
        <p:nvSpPr>
          <p:cNvPr id="55" name="Rounded Rectangle 70">
            <a:extLst>
              <a:ext uri="{FF2B5EF4-FFF2-40B4-BE49-F238E27FC236}">
                <a16:creationId xmlns:a16="http://schemas.microsoft.com/office/drawing/2014/main" id="{BF797FB6-939B-A2ED-C02D-A1CFB8A4E138}"/>
              </a:ext>
            </a:extLst>
          </p:cNvPr>
          <p:cNvSpPr/>
          <p:nvPr/>
        </p:nvSpPr>
        <p:spPr>
          <a:xfrm>
            <a:off x="7387682" y="2465094"/>
            <a:ext cx="859647" cy="1083600"/>
          </a:xfrm>
          <a:prstGeom prst="roundRect">
            <a:avLst>
              <a:gd name="adj" fmla="val 4479"/>
            </a:avLst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Devolutiva dos itens do Parking </a:t>
            </a:r>
            <a:r>
              <a:rPr lang="pt-BR" sz="800" b="1" dirty="0" err="1">
                <a:solidFill>
                  <a:srgbClr val="FFFFFF"/>
                </a:solidFill>
              </a:rPr>
              <a:t>Lot</a:t>
            </a:r>
            <a:endParaRPr dirty="0"/>
          </a:p>
        </p:txBody>
      </p:sp>
      <p:sp>
        <p:nvSpPr>
          <p:cNvPr id="60" name="Rounded Rectangle 62">
            <a:extLst>
              <a:ext uri="{FF2B5EF4-FFF2-40B4-BE49-F238E27FC236}">
                <a16:creationId xmlns:a16="http://schemas.microsoft.com/office/drawing/2014/main" id="{3B672BC8-5C6F-7B2A-6A12-1051E8414667}"/>
              </a:ext>
            </a:extLst>
          </p:cNvPr>
          <p:cNvSpPr/>
          <p:nvPr/>
        </p:nvSpPr>
        <p:spPr>
          <a:xfrm>
            <a:off x="9180497" y="2465094"/>
            <a:ext cx="859647" cy="1083600"/>
          </a:xfrm>
          <a:prstGeom prst="roundRect">
            <a:avLst>
              <a:gd name="adj" fmla="val 4848"/>
            </a:avLst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Workshop B</a:t>
            </a:r>
          </a:p>
          <a:p>
            <a:pPr algn="ctr"/>
            <a:r>
              <a:rPr lang="pt-BR" sz="800" b="1" dirty="0">
                <a:solidFill>
                  <a:srgbClr val="FFFFFF"/>
                </a:solidFill>
              </a:rPr>
              <a:t>SLP</a:t>
            </a:r>
          </a:p>
        </p:txBody>
      </p:sp>
      <p:sp>
        <p:nvSpPr>
          <p:cNvPr id="61" name="Rounded Rectangle 62">
            <a:extLst>
              <a:ext uri="{FF2B5EF4-FFF2-40B4-BE49-F238E27FC236}">
                <a16:creationId xmlns:a16="http://schemas.microsoft.com/office/drawing/2014/main" id="{9E984BB9-FA54-F067-CB2B-B5377F831350}"/>
              </a:ext>
            </a:extLst>
          </p:cNvPr>
          <p:cNvSpPr/>
          <p:nvPr/>
        </p:nvSpPr>
        <p:spPr>
          <a:xfrm>
            <a:off x="9195540" y="3954060"/>
            <a:ext cx="859647" cy="1080000"/>
          </a:xfrm>
          <a:prstGeom prst="roundRect">
            <a:avLst>
              <a:gd name="adj" fmla="val 4848"/>
            </a:avLst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Workshop B</a:t>
            </a:r>
          </a:p>
          <a:p>
            <a:pPr algn="ctr"/>
            <a:r>
              <a:rPr lang="pt-BR" sz="800" b="1" dirty="0" err="1">
                <a:solidFill>
                  <a:srgbClr val="FFFFFF"/>
                </a:solidFill>
              </a:rPr>
              <a:t>Sourcing</a:t>
            </a:r>
            <a:endParaRPr lang="pt-BR" sz="800" b="1" dirty="0">
              <a:solidFill>
                <a:srgbClr val="FFFFFF"/>
              </a:solidFill>
            </a:endParaRPr>
          </a:p>
        </p:txBody>
      </p:sp>
      <p:sp>
        <p:nvSpPr>
          <p:cNvPr id="62" name="Rounded Rectangle 81">
            <a:extLst>
              <a:ext uri="{FF2B5EF4-FFF2-40B4-BE49-F238E27FC236}">
                <a16:creationId xmlns:a16="http://schemas.microsoft.com/office/drawing/2014/main" id="{1D7FE827-D174-B99B-00B9-E1EFDB8051E3}"/>
              </a:ext>
            </a:extLst>
          </p:cNvPr>
          <p:cNvSpPr/>
          <p:nvPr/>
        </p:nvSpPr>
        <p:spPr>
          <a:xfrm>
            <a:off x="10944028" y="2465094"/>
            <a:ext cx="859647" cy="1083600"/>
          </a:xfrm>
          <a:prstGeom prst="roundRect">
            <a:avLst>
              <a:gd name="adj" fmla="val 5217"/>
            </a:avLst>
          </a:prstGeom>
          <a:solidFill>
            <a:srgbClr val="123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REALIZE</a:t>
            </a:r>
          </a:p>
          <a:p>
            <a:pPr algn="ctr"/>
            <a:r>
              <a:rPr lang="pt-BR" sz="800" b="1" dirty="0">
                <a:solidFill>
                  <a:srgbClr val="FFFFFF"/>
                </a:solidFill>
              </a:rPr>
              <a:t>Setup</a:t>
            </a:r>
          </a:p>
          <a:p>
            <a:pPr algn="ctr"/>
            <a:r>
              <a:rPr lang="pt-BR" sz="800" b="1" dirty="0">
                <a:solidFill>
                  <a:srgbClr val="FFFFFF"/>
                </a:solidFill>
              </a:rPr>
              <a:t>Configurações e Integrações</a:t>
            </a:r>
          </a:p>
        </p:txBody>
      </p:sp>
      <p:sp>
        <p:nvSpPr>
          <p:cNvPr id="64" name="Rounded Rectangle 81">
            <a:extLst>
              <a:ext uri="{FF2B5EF4-FFF2-40B4-BE49-F238E27FC236}">
                <a16:creationId xmlns:a16="http://schemas.microsoft.com/office/drawing/2014/main" id="{820E59DD-2566-C8FF-EDF3-B321974DA3CA}"/>
              </a:ext>
            </a:extLst>
          </p:cNvPr>
          <p:cNvSpPr/>
          <p:nvPr/>
        </p:nvSpPr>
        <p:spPr>
          <a:xfrm>
            <a:off x="10990691" y="3954060"/>
            <a:ext cx="859647" cy="1080000"/>
          </a:xfrm>
          <a:prstGeom prst="roundRect">
            <a:avLst>
              <a:gd name="adj" fmla="val 5217"/>
            </a:avLst>
          </a:prstGeom>
          <a:solidFill>
            <a:srgbClr val="123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rgbClr val="FFFFFF"/>
                </a:solidFill>
              </a:rPr>
              <a:t>REALIZE</a:t>
            </a:r>
          </a:p>
          <a:p>
            <a:pPr algn="ctr"/>
            <a:r>
              <a:rPr lang="pt-BR" sz="800" b="1" dirty="0">
                <a:solidFill>
                  <a:srgbClr val="FFFFFF"/>
                </a:solidFill>
              </a:rPr>
              <a:t>Setup</a:t>
            </a:r>
          </a:p>
          <a:p>
            <a:pPr algn="ctr"/>
            <a:r>
              <a:rPr lang="pt-BR" sz="800" b="1" dirty="0">
                <a:solidFill>
                  <a:srgbClr val="FFFFFF"/>
                </a:solidFill>
              </a:rPr>
              <a:t>Configurações e Integrações</a:t>
            </a:r>
          </a:p>
        </p:txBody>
      </p:sp>
      <p:sp>
        <p:nvSpPr>
          <p:cNvPr id="2" name="Google Shape;363;p3">
            <a:extLst>
              <a:ext uri="{FF2B5EF4-FFF2-40B4-BE49-F238E27FC236}">
                <a16:creationId xmlns:a16="http://schemas.microsoft.com/office/drawing/2014/main" id="{6EB3B655-947E-AB41-4DA9-C559A8E9A36E}"/>
              </a:ext>
            </a:extLst>
          </p:cNvPr>
          <p:cNvSpPr/>
          <p:nvPr/>
        </p:nvSpPr>
        <p:spPr>
          <a:xfrm>
            <a:off x="2883006" y="2465632"/>
            <a:ext cx="3522971" cy="2595266"/>
          </a:xfrm>
          <a:prstGeom prst="roundRect">
            <a:avLst>
              <a:gd name="adj" fmla="val 3925"/>
            </a:avLst>
          </a:prstGeom>
          <a:solidFill>
            <a:srgbClr val="D8D8D8">
              <a:alpha val="600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"/>
              <a:buFont typeface="Arial"/>
              <a:buNone/>
            </a:pPr>
            <a:endParaRPr sz="476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91CFC2DE-BBEA-904B-A689-A12FD7125A5B}"/>
              </a:ext>
            </a:extLst>
          </p:cNvPr>
          <p:cNvGrpSpPr/>
          <p:nvPr/>
        </p:nvGrpSpPr>
        <p:grpSpPr>
          <a:xfrm>
            <a:off x="6310045" y="2186533"/>
            <a:ext cx="252233" cy="2839811"/>
            <a:chOff x="1200214" y="941766"/>
            <a:chExt cx="278157" cy="2737840"/>
          </a:xfrm>
          <a:solidFill>
            <a:srgbClr val="0E3A81"/>
          </a:solidFill>
        </p:grpSpPr>
        <p:cxnSp>
          <p:nvCxnSpPr>
            <p:cNvPr id="66" name="Straight Arrow Connector 197">
              <a:extLst>
                <a:ext uri="{FF2B5EF4-FFF2-40B4-BE49-F238E27FC236}">
                  <a16:creationId xmlns:a16="http://schemas.microsoft.com/office/drawing/2014/main" id="{FDE818B5-8A82-D175-9E77-709FA9D7313B}"/>
                </a:ext>
              </a:extLst>
            </p:cNvPr>
            <p:cNvCxnSpPr>
              <a:cxnSpLocks/>
            </p:cNvCxnSpPr>
            <p:nvPr/>
          </p:nvCxnSpPr>
          <p:spPr>
            <a:xfrm>
              <a:off x="1341620" y="1183481"/>
              <a:ext cx="0" cy="2496125"/>
            </a:xfrm>
            <a:prstGeom prst="straightConnector1">
              <a:avLst/>
            </a:prstGeom>
            <a:grpFill/>
            <a:ln w="190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69" name="Gráfico 68" descr="Marcador com preenchimento sólido">
              <a:extLst>
                <a:ext uri="{FF2B5EF4-FFF2-40B4-BE49-F238E27FC236}">
                  <a16:creationId xmlns:a16="http://schemas.microsoft.com/office/drawing/2014/main" id="{0136E389-A475-5C07-2130-3B746D1DEC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00214" y="941766"/>
              <a:ext cx="278157" cy="2781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F_csm_logo_edf_power_solutions_RGB_e65b955a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77800"/>
            <a:ext cx="1241778" cy="698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1778000"/>
            <a:ext cx="11175695" cy="16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75" b="1" i="0" dirty="0">
                <a:solidFill>
                  <a:srgbClr val="FE5716"/>
                </a:solidFill>
                <a:latin typeface="Consolas"/>
              </a:rPr>
              <a:t>STATUS REPORT</a:t>
            </a:r>
            <a:endParaRPr sz="975" b="1" i="0" dirty="0">
              <a:solidFill>
                <a:srgbClr val="FE5716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8000" y="2095499"/>
            <a:ext cx="11175695" cy="88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 i="0">
                <a:solidFill>
                  <a:srgbClr val="123075"/>
                </a:solidFill>
                <a:latin typeface="Montserrat"/>
              </a:rPr>
              <a:t>Obrigado</a:t>
            </a:r>
            <a:r>
              <a:rPr sz="6000" b="1" i="0">
                <a:solidFill>
                  <a:srgbClr val="FE5716"/>
                </a:solidFill>
                <a:latin typeface="Montserrat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111500"/>
            <a:ext cx="11175695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4A5568"/>
                </a:solidFill>
                <a:latin typeface="Inter"/>
              </a:rPr>
              <a:t>Vamos juntos transformar o Procurement da EDF</a:t>
            </a:r>
          </a:p>
        </p:txBody>
      </p:sp>
      <p:pic>
        <p:nvPicPr>
          <p:cNvPr id="7" name="Picture 6" descr="EDF_csm_logo_edf_power_solutions_RGB_e65b955a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847" y="3683000"/>
            <a:ext cx="1083733" cy="6096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6095847" y="3683000"/>
            <a:ext cx="0" cy="317500"/>
          </a:xfrm>
          <a:prstGeom prst="line">
            <a:avLst/>
          </a:prstGeom>
          <a:ln>
            <a:solidFill>
              <a:srgbClr val="E0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8000" y="4445000"/>
            <a:ext cx="1117569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5" b="0" i="1">
                <a:solidFill>
                  <a:srgbClr val="4A5568"/>
                </a:solidFill>
                <a:latin typeface="Montserrat"/>
              </a:rPr>
              <a:t>9 semanas para um Procurement digital de classe mundial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8000" y="6540500"/>
            <a:ext cx="11175695" cy="0"/>
          </a:xfrm>
          <a:prstGeom prst="line">
            <a:avLst/>
          </a:prstGeom>
          <a:ln w="6350">
            <a:solidFill>
              <a:srgbClr val="E0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8000" y="66040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4A5568"/>
                </a:solidFill>
                <a:latin typeface="Consolas"/>
              </a:rPr>
              <a:t>Implementação SAP Ariba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8695" y="6604000"/>
            <a:ext cx="3175000" cy="141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25" b="0" i="0" dirty="0">
                <a:solidFill>
                  <a:srgbClr val="4A5568"/>
                </a:solidFill>
                <a:latin typeface="Consolas"/>
              </a:rPr>
              <a:t>EDF × Stratesys</a:t>
            </a:r>
          </a:p>
        </p:txBody>
      </p:sp>
      <p:pic>
        <p:nvPicPr>
          <p:cNvPr id="15" name="Imagem 14" descr="Placa de letreiro luminoso&#10;&#10;O conteúdo gerado por IA pode estar incorreto.">
            <a:extLst>
              <a:ext uri="{FF2B5EF4-FFF2-40B4-BE49-F238E27FC236}">
                <a16:creationId xmlns:a16="http://schemas.microsoft.com/office/drawing/2014/main" id="{0D2147C4-C430-23D6-8FD7-18EB2F270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4974" y="506731"/>
            <a:ext cx="1398721" cy="326804"/>
          </a:xfrm>
          <a:prstGeom prst="rect">
            <a:avLst/>
          </a:prstGeom>
        </p:spPr>
      </p:pic>
      <p:pic>
        <p:nvPicPr>
          <p:cNvPr id="16" name="Imagem 15" descr="Placa de letreiro luminoso&#10;&#10;O conteúdo gerado por IA pode estar incorreto.">
            <a:extLst>
              <a:ext uri="{FF2B5EF4-FFF2-40B4-BE49-F238E27FC236}">
                <a16:creationId xmlns:a16="http://schemas.microsoft.com/office/drawing/2014/main" id="{585B6795-5274-7488-78C2-06A04346E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468" y="3877573"/>
            <a:ext cx="840226" cy="1963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sKBjs1ntBVa6.uSfYbbZ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wi8N_PbT4DM5IevSLZiY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wTtbzUwpOkBCDG7vnVRl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KQcJSyT59ZeCFjzUEcm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aZvtrdKMYgE_2yS3uC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GPx6dyl3CdUU.spFqYX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sKBjs1ntBVa6.uSfYbbZ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_xxqmxwBtkZZNdSkXDPB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5FaBmhtMV_zSu83APQ0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Sugmp8c02nVQ7K6i2Wk6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E66D4C0D7BE694EA308BA2DB6DF4CDB" ma:contentTypeVersion="18" ma:contentTypeDescription="Crie um novo documento." ma:contentTypeScope="" ma:versionID="db2dbeaa814373b11e4e1632bc5040be">
  <xsd:schema xmlns:xsd="http://www.w3.org/2001/XMLSchema" xmlns:xs="http://www.w3.org/2001/XMLSchema" xmlns:p="http://schemas.microsoft.com/office/2006/metadata/properties" xmlns:ns1="http://schemas.microsoft.com/sharepoint/v3" xmlns:ns2="81257469-2324-478b-b6df-cef131091caf" xmlns:ns3="0ab1efbf-0604-4f0b-9b8c-8adcaa1440c3" targetNamespace="http://schemas.microsoft.com/office/2006/metadata/properties" ma:root="true" ma:fieldsID="8835c946f4c53f75b76abfeadd18cd63" ns1:_="" ns2:_="" ns3:_="">
    <xsd:import namespace="http://schemas.microsoft.com/sharepoint/v3"/>
    <xsd:import namespace="81257469-2324-478b-b6df-cef131091caf"/>
    <xsd:import namespace="0ab1efbf-0604-4f0b-9b8c-8adcaa1440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PublishingStartDate" minOccurs="0"/>
                <xsd:element ref="ns1:PublishingExpirationDat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2" nillable="true" ma:displayName="Agendamento de Data de Início" ma:description="Data de Início de Agendamento é uma coluna de site criada pelo recurso de Publicação. Ela é usada para especificar a data e hora em que essa página aparecerá pela primeira vez aos visitantes do site." ma:internalName="PublishingStartDate">
      <xsd:simpleType>
        <xsd:restriction base="dms:Unknown"/>
      </xsd:simpleType>
    </xsd:element>
    <xsd:element name="PublishingExpirationDate" ma:index="13" nillable="true" ma:displayName="Agendamento de Data de Término" ma:description="Data Final de Agendamento é uma coluna de site criada pelo recurso de Publicação. Ela é usada para especificar a data e a hora em que essa página não será mais exibida aos visitantes do site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257469-2324-478b-b6df-cef131091c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b65a0eb4-24c2-491f-9ef5-4f04e756b7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Data" ma:index="24" nillable="true" ma:displayName="Data" ma:format="DateOnly" ma:indexed="true" ma:internalName="Data">
      <xsd:simpleType>
        <xsd:restriction base="dms:DateTim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b1efbf-0604-4f0b-9b8c-8adcaa1440c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184381d9-d604-41a5-8cf9-549b40ee142b}" ma:internalName="TaxCatchAll" ma:showField="CatchAllData" ma:web="0ab1efbf-0604-4f0b-9b8c-8adcaa1440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a xmlns="81257469-2324-478b-b6df-cef131091caf" xsi:nil="true"/>
    <PublishingExpirationDate xmlns="http://schemas.microsoft.com/sharepoint/v3" xsi:nil="true"/>
    <TaxCatchAll xmlns="0ab1efbf-0604-4f0b-9b8c-8adcaa1440c3" xsi:nil="true"/>
    <PublishingStartDate xmlns="http://schemas.microsoft.com/sharepoint/v3" xsi:nil="true"/>
    <lcf76f155ced4ddcb4097134ff3c332f xmlns="81257469-2324-478b-b6df-cef131091ca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8F5455-04D9-4985-B2E0-56C783322FD2}"/>
</file>

<file path=customXml/itemProps2.xml><?xml version="1.0" encoding="utf-8"?>
<ds:datastoreItem xmlns:ds="http://schemas.openxmlformats.org/officeDocument/2006/customXml" ds:itemID="{677C1C29-A570-4A5D-A7DF-70594324DCD4}">
  <ds:schemaRefs>
    <ds:schemaRef ds:uri="0ab1efbf-0604-4f0b-9b8c-8adcaa1440c3"/>
    <ds:schemaRef ds:uri="81257469-2324-478b-b6df-cef131091ca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378DFCE-90EC-49E7-BFAD-3976F6EC02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3257</TotalTime>
  <Words>825</Words>
  <Application>Microsoft Office PowerPoint</Application>
  <PresentationFormat>Widescreen</PresentationFormat>
  <Paragraphs>205</Paragraphs>
  <Slides>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5" baseType="lpstr">
      <vt:lpstr>Aptos</vt:lpstr>
      <vt:lpstr>Arial</vt:lpstr>
      <vt:lpstr>Avannt</vt:lpstr>
      <vt:lpstr>Calibri</vt:lpstr>
      <vt:lpstr>Consolas</vt:lpstr>
      <vt:lpstr>Gill Sans</vt:lpstr>
      <vt:lpstr>IBM Plex Sans</vt:lpstr>
      <vt:lpstr>Inter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Dirceu R Amaral</dc:creator>
  <cp:keywords/>
  <dc:description>generated using python-pptx</dc:description>
  <cp:lastModifiedBy>Rodrigo Lopes Salvatte</cp:lastModifiedBy>
  <cp:revision>2</cp:revision>
  <dcterms:created xsi:type="dcterms:W3CDTF">2013-01-27T09:14:16Z</dcterms:created>
  <dcterms:modified xsi:type="dcterms:W3CDTF">2026-05-26T13:25:18Z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0x010100AE66D4C0D7BE694EA308BA2DB6DF4CDB</vt:lpwstr>
  </property>
  <property fmtid="{D5CDD505-2E9C-101B-9397-08002B2CF9AE}" pid="3" name="MediaServiceImageTags">
    <vt:lpwstr/>
  </property>
</Properties>
</file>